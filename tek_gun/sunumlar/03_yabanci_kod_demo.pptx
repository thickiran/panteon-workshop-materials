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projede ex06-start checkout'lu ikinci klon kullan; ana makinede main kalsın. Takası elle oynayarak yap — seyirci oyunu görsün.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74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GÜNLÜK ATÖLYE · 11:15 – 12:30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2860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Yabancı Kod Tabanında Ajan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8862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 arkeolojisi, ajan sözleşmesi ve git senkron noktaları — sonra tam döngü canlı demo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Panteon Games için hazırlanmıştır — Codeo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Yabancı Kod Tabanında Ajan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TEKNİK 1 · KOD ARKEOLOJİSİ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 mükemmel bir rehber — ve kendinden emin bir yalancıdır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Haritalat, sonra doğrula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İlk istem kod yazdırmaz: mimariyi çıkarttırır. Her iddia dosya yolu göstermek zorunda; iki iddiayı kaynaktan kendiniz doğrularsınız.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Sorularla kaz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"Match tespiti nerede?" — cevabı okuyun, sonra o dosyayı açın. Yanlış atıf bulursanız ajana düzelttirin; harita güncel kalır.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Çıktı bir belge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Keşif ARCHITECTURE.md olarak yazılır — bir sonraki oturumun, yeni ekip üyesinin ve ajan sözleşmesinin temeli.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Yabancı Kod Tabanında Ajan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TEKNİK 2 · SÖZLEŞME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Yazmadığınız kod için CLAUDE.md yazmak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Korunan alanlar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ayarları, sahne YAML'ları, Settings — ajanın plan aşamasında reddedilmesi gereken yerler baştan yazılır.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işin adresi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Oyun mantığı nereye, seviye verisi nereye, booster nereye — keşiften türetilen kurallar. Board.cs 'taşıyıcı duvardır' cümlesi bir kuraldır.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Doğrulama ritüeli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Temiz derleme + eval kanıtı + play modu testi. Sözleşmeye yazılırsa her ajan oturumu aynı ritüeli uygular.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806440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F1EADB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68680" y="5806440"/>
            <a:ext cx="10451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Öğleden sonra Ex01 ve Ex02 tam olarak budur: önce harita, sonra sözleşme.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Yabancı Kod Tabanında Ajan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TEKNİK 3 · SENKRON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checkpoint'leri: kaçıran tek komutla yetişir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alıştırmanın start branch'i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ex01-start … ex09-start + complete: her biri bir önceki alıştırmanın bitmiş hâli. Sıradaki dal, bir öncekinin çözümüdür.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./catchup.sh ex05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Çalışmanız otomatik stash'lenir, hedef checkpoint'e geçilir, açık editör CLI üzerinden tazelenir. Tek komut.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Çözüm her an açık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diff ex06-start..ex07-start = BUG-312'nin kanonik düzeltmesi. Kopya çekmek serbest — bu gerçek hayatta 'code review okumak' demek.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Yabancı Kod Tabanında Ajan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CANLI DEMO · 11:45 – 12:30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BUG-312: keşiften kanıtlı düzeltmeye, yabancı kodda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Senaryo — gerçek bir canlı oyun şikâyeti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"Oyuncular hamlelerini çok hızlı tüketiyor; sayaç 'hiçbir şey olmadan' düşüyor" — video: geri dönen takas, sayaç yine azalıyor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 önce LevelData.Moved()'un TÜM çağrı yerlerini buluyor; Board.TickSwap'ın takas akışını anlatıyor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Kanıt: play modunda eval — başarısız takas öncesi/sonrası RemainingMove: 20 → 19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satırlık minimal düzeltme; aynı kanıt: 20 → 20. Başarılı takas hâlâ 1 hamle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Öğleden sonra bu döngü Ex06'da sizin: aynı oyun, aynı kanıt standardı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1737360"/>
            <a:ext cx="5148072" cy="4480560"/>
          </a:xfrm>
          <a:prstGeom prst="roundRect">
            <a:avLst>
              <a:gd name="adj" fmla="val 2041"/>
            </a:avLst>
          </a:prstGeom>
          <a:solidFill>
            <a:srgbClr val="1632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75120" y="1938528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KANIT AKIŞI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331720"/>
            <a:ext cx="459943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unity command eval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'Match3.LevelData.Instance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.RemainingMove' → 20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(başarısız takas yapılır)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19   ← HATA KANITI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1 satır silinir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20   ← DÜZELTME KANITI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Yabancı Kod Tabanında Ajan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2026-08-28T20:57:27Z</dcterms:created>
  <dcterms:modified xsi:type="dcterms:W3CDTF">2026-08-28T20:57:27Z</dcterms:modified>
</cp:coreProperties>
</file>