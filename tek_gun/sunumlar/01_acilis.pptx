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12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Destekli Oyun Geliştirme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sıfırdan ilk sahne, öğleden sonra yaşayan bir oyunun içi — tek günde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başlangıcı kaydediyoruz — 90 gün sonra karşılaştıracağız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Geliştirme süresi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Fikirden birleştirilmiş koda geçen ortalama süre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üretim süresi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Talepten onaylı varlığa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çözüm süresi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Kayıttan doğrulanmış düzeltmeye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ret oranı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seferde onay alamama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 metrik şablonu şimdi dağıtılıyor — gün sonunda ekip sorumluları mevcut değerleri dolduracak.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YAYI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boş sahneden kuruyorsunuz; öğleden sonra yazmadığınız 4.800 satırın içinde çalışıyorsunuz.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Sıfırdan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Sabah: Unity CLI ile boş sahneden oynanan oyuna — eval, plan modunda ajan, prefab'lar.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 ve müdahale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sonra: yabancı kod tabanını haritalatmak ve bozmadan genişletmek — veri, özellik, içerik.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 değişmiyor: kök neden kanıtlanmadan düzeltme yok, kanıtsız iş bitmez.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BUGÜNÜN OYUNU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Match — Unity'nin resmî match-3 örneği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üretim kalitesinde bir dilim: board mantığı, booster'lar, mağaza, 3 seviye, 2D ışık ve VFX vitrini.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~4.800 satır C#, 34 script — kavranabilir ama gerçek. Panteon'un günlük işine en yakın ölçek.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Store'dan hesabınıza lisanslı; kaynak kaydı ve provenance eksiksiz.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Mühendislik izi oyunu genişletip hata avlayacak; sanat izi aynı oyunu stüdyo stiliyle yeniden giydirecek.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Atölye projesinde, CLI'dan bağlı editörde koşarken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PROGRAMI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Sıfırdan CLI'dan yaşayan koda — tek gün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Oturum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Açılış: temeller, sanat onayı, başlangıç metrikleri + Gem Hunter tanışma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11:00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CLI sıfırdan: üç katman + elinizle ilk sahne (Coin Rush)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11:15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Yabancı kodda ajan: teknikler + canlı demo BUG-312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15:00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A: Gem Hunter mühendislik laboratuvarı (sıkıştırılmış)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Mühendislik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B: Gem Hunter'ı stüdyo stiliyle yeniden giydirme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Sanat + Teknik Sanat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Kapanış: birleşik oyun, metrikler, sonraki adımlar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İLKE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“Üretimi araçlar yapar, son kararı insanlar verir.”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onay noktası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her görsel ve model, sanat yönetmeninin resmî onay noktasından geçer.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incelemesi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kaynaklı hiçbir değişiklik incelenmeden ana branch'e birleşmez.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kaydı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araç, hangi model, hangi prompt — üretilen tüm içerik kayıt altında (provenance).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