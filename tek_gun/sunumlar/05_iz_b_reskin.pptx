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8745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5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İZ B · 15:15 – 16:45 · SANAT + TEKNİK SANAT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2860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 Hunter'ı Yeniden Giydirmek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88620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Stüdyo 2D hattı, gerçek bir oyunun üzerinde: üret » temizle » değiştir » aydınlat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Panteon Games için hazırlanmıştır — Codeo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İz B: Yeniden Giydirme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NEDEN BU OYUN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9087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i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 Hunter, Unity'nin 2D ışık ve VFX vitrinidir — reskin'iniz sadece sprite değil, sahne ışığıyla birlikte yaşar.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40050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taş + UI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Değiştirilecek yüzey net: taş sprite'ları, HUD ikonları, arka plan.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3024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0" name="Shape 7"/>
          <p:cNvSpPr/>
          <p:nvPr/>
        </p:nvSpPr>
        <p:spPr>
          <a:xfrm>
            <a:off x="4611624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496" y="400507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1624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Lights + VFX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611624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Nokta ışıklar, normal map'ler, match efektleri — stüdyo stilinize göre ayarlanır.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25968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354568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440" y="400507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54568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Onay hattı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354568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Sabah tanıtılan kontrol listesi ve provenance kuralları geçerli.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İz B: Yeniden Giydirme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AKIŞ 1 · 15:15 – 16:00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Stüdyo stilinde taş seti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733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73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367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Üret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019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stil modelinizden 6+1 taş konsepti (Amethyst dahil — mühendislik izi onu bugün ekliyor); 3'er varyasyon.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5877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587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5511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 ve temizle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8163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tutarlılığı önce gelir: 7 taş tek ailedir. Upscale, arka plan temizliği, boyut normalizasyonu.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5021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502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4655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İçe aktar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7307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Sprite import ayarları (PPU, filtre, atlas) örnek taşlarla birebir; fark, oyun içinde boyut patlaması demektir.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165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416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799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Değiştir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6451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 prefab'larında SpriteRenderer sprite değişimi — CLI üzerinden, sahne YAML'ına dokunmadan.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İz B: Yeniden Giydirme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AKIŞ 2 · 16:00 – 16:45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Işık, efekt, onay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733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73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367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ışık ayarı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019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Yeni paletinize göre global ve nokta ışık renkleri; taşların okunabilirliği koyu zeminde test edilir.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5877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587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5511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VFX uyumu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8163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Efekt renkleri taş renkleriyle eşleşir; VFX Graph parametreleri üzerinden, grafiği bozmadan.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5021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502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4655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Oyun içi doğrulama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7307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1'de tam tur: yeni set okunuyor mu, hedef ikonları HUD'da doğru mu?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165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416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799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Onay paketi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6451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Kontrol listesi + kaynak kaydı + önce/sonra ekran görüntüleri — kapanışta mühendislik iziyle birleşiyor.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897880"/>
            <a:ext cx="10908792" cy="530352"/>
          </a:xfrm>
          <a:prstGeom prst="roundRect">
            <a:avLst>
              <a:gd name="adj" fmla="val 13793"/>
            </a:avLst>
          </a:prstGeom>
          <a:solidFill>
            <a:srgbClr val="F1EAD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5897880"/>
            <a:ext cx="10451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Yedek plan: Scenario erişimi aksarsa hazır üretilmiş taş seti eğitmende — akışın geri kalanı aynı.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İz B: Yeniden Giydirme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TEKNİK NOTLAR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 oyunda sprite değiştirmenin incelikleri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07" y="1833555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64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PPU ve pivot birebir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956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Örnek taşların Pixels Per Unit ve pivot değerleri referanstır; sapma board hizasını bozar.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852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07" y="2976555"/>
            <a:ext cx="228234" cy="22823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807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Prefab'a, sahneye değil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099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Değişiklik prefab'da yapılır; üç seviye birden güncellenir. Sahne içi tekil değişiklik = bakım borcu.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95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7" y="4119555"/>
            <a:ext cx="228234" cy="22823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950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UISprite alanını unutmayın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242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 bileşeninin UISprite alanı HUD hedef ikonlarını besler — sadece SpriteRenderer değiştirmek yetmez.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138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707" y="5262555"/>
            <a:ext cx="228234" cy="22823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25880" y="5093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325880" y="5385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Hangi taş hangi modelden, hangi prompt'la — SOURCES kaydı sabahki disiplinle tutulur.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İz B: Yeniden Giydirme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2026-08-28T20:57:27Z</dcterms:created>
  <dcterms:modified xsi:type="dcterms:W3CDTF">2026-08-28T20:57:27Z</dcterms:modified>
</cp:coreProperties>
</file>