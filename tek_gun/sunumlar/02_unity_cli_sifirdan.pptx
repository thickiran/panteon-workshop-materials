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öncesi: Coin Rush projesinde Ex06_Start sahnesi açık, editör bağlı. Yedek: kayıtlı ekran videosu. Demo sonrası 5 dk soru 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GÜNLÜK ATÖLYE · 10:00 – 11:00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ve Pipeline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Sıfırdan: üç katman ve elinizle ilk sahne — herkes için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 Games için hazırlanmıştır — Codeo · Ağustos 2026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NEDEN ÖNEMLİ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Temmuz 2026: Unity CLI, ajanların Unity ile çalışmasının resmî yolu oldu.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Resmî destek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Topluluk MCP sunucularının yerini Unity'nin kendi önerdiği araç aldı; sürüm uyumu ve destek garantisi var.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kurulum taşınır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Bugünkü MCP kurulumları, MCP uyumluluk modu üzerinden kademeli taşınır — bir gecede kırılma yok.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Live-ops hızı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kaydından doğrulanmış düzeltmeye giden süreyi kısaltmak, doğrudan operasyon hızıdır.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MİMARİ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Üç katman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03911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komutu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Bağımsız CLI: editör kurulumları, modüller, projeler ve kimlik doğrulama terminalden yönetilir. CI makinelerinde de aynı araç.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203911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05984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com.unity.pipeline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bir editör oturumunu betiklerle ve ajanlarla yönetir: sahne işlemleri, varlık içe aktarma, derleme tetikleme.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169164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192024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203911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48928" y="1892808"/>
            <a:ext cx="2417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2532888"/>
            <a:ext cx="2965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Derleme beklemeden editör içinde canlı C# çalıştırır: sorgula, doğrula, küçük düzeltmeleri anında dene.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1EADB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868680" y="5943600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paketi henüz deneysel statüde — üretime geçiş kriterlerini bu oturumun sonunda tanımlıyoruz.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NASIL ÇALIŞIR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Ajan, editörü nasıl yönetir?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görevi alır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 metin hata kaydı veya iş tanımı; CLAUDE.md'deki standartlar ve sınırlar geçerli.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Unity CLI üzerinden bağlanır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Çalışan editör oturumuna com.unity.pipeline ile erişir; proje durumunu sorgular.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ile doğrular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Hatayı yeniden üretir, hipotezini canlı C# ile test eder — derleme döngüsü beklemeden.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Düzeltmeyi uygular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değişikliği branch'te yapılır; editörde çalıştırılıp doğrulanır.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309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30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2943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İnsan onayı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5595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Sonuç, test çıktısıyla birlikte incelemeye sunulur. Birleştirme kararı insanındır.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ELİNİZLE · 40 DK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Boş sahneden oynanan mini oyuna — sıfırdan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yapıyorsunuz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 Rush projesinde boş sahne: zemini ve oyuncuyu eval ile terminalden yaratıyorsunuz — fare yok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plan modunda PlayerController'ı yazıyor; planı siz onaylıyorsunuz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coin prefab'ını ve 8'li halkayı kuruyor; kalan altını eval ile terminalden sayıyorsunuz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modunda tur: hareket ve toplama çalışıyor — kanıt terminalden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kaslar öğleden sonra Gem Hunter'da yabancı koda taşınıyor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148072" cy="4480560"/>
          </a:xfrm>
          <a:prstGeom prst="roundRect">
            <a:avLst>
              <a:gd name="adj" fmla="val 2041"/>
            </a:avLst>
          </a:prstGeom>
          <a:solidFill>
            <a:srgbClr val="16324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0" y="1938528"/>
            <a:ext cx="4599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AKIŞ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5994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unity status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claude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zemin + oyuncu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plan onayı → PlayerController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coin prefab + 8'li halka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eval: kalan altın → 8</a:t>
            </a:r>
            <a:endParaRPr lang="en-US" sz="11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50" dirty="0">
                <a:solidFill>
                  <a:srgbClr val="CFDC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play modu: tur atıldı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GENİŞLETME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[CliCommand]: stüdyo araçlarını ajanlara açmak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Mevcut araçlarınız komut olur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Panteon'un kendi editör araçları ve varlık üretim hatları, [CliCommand] özniteliğiyle işaretlenerek terminalden çağrılabilir hâle gelir.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doğrudan kullanır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Ajan, stüdyoya özgü işlemleri (varlık içe aktarma standardı, sahne doğrulama) sizin araçlarınızla yapar — yeniden icat etmez.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süreçlerine aynı kapı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komutlar gece build'lerinde ve otomatik kontrollerde kullanılır; tek bakım noktası.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806440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F1EADB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68680" y="5806440"/>
            <a:ext cx="10451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Öğleden sonra İz A'da level_lint adında gerçek bir içerik doğrulayıcıyı siz yazacaksınız; gerçek stüdyo adaylarını da öğle arasında düşünün.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GÜVENLİK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 yetkileri: sınırlar baştan çizilir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sınırları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Ajanlar yalnızca çalışma branch'lerine yazar; ana ve release branch'leri korumalıdır.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yetkisi sınırlı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Canlı C# çalıştırma yalnızca geliştirme ortamında ve tanımlı kapsamda; üretim verisine dokunamaz.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Servis hesabı kimlik doğrulaması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Otomatik build'ler kişisel hesapla değil, kapsamı dar servis hesaplarıyla çalışır.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Denetim kaydı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Tüm ajan etkinliği JetBrains Central üzerinden tek denetim kaydında izlenir.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OLGUNLUK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Deneysel statüden üretime geçiş kriterleri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08792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Eşik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Pipeline paketi kararlılığı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hafta boyunca örnek projede kritik hata yok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Yetki politikası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 ve eval sınırları yazılı, Central'da uygulanmış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Geri dönüş planı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MCP uyumluluk modu ile eski akışa dönüş test edilmiş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Ekip yetkinliği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 mühendis lab döngüsünü en az bir kez tamamlamış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32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Ölçüm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3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Hata çözüm süresi metriği (T3) düzenli toplanıyor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4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tablo el kitabına girer; kriterler sağlanmadan gerçek projelerde zorunlu kılınmaz.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SIRADA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 sonrası yabancı kod teknikleri ve BUG-312 demosu; öğleden sonra tek eğitmenle art arda iki iz — dileyen diğerini izler.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A — Gem Hunter · 13:30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Yaşayan kod tabanında 9 alıştırma: anla » genişlet » hata avla » yayınla. Lab kılavuzu dağıtılacak.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İz B — Yeniden giydirme · 15:15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stil modelinden 7 taşlık set; oyunda değişim, 2D ışık ve VFX uyumu. Lab kılavuzu dağıtılacak.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16:45 — Kapanış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İki izin çıktıları tek uçtan uca akışta birleşiyor.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Unity CLI ve Pipeline (Ortak Oturum)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2026-08-27T21:14:02Z</dcterms:created>
  <dcterms:modified xsi:type="dcterms:W3CDTF">2026-08-27T21:14:02Z</dcterms:modified>
</cp:coreProperties>
</file>