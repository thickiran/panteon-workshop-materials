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13:30 – 15:00 · ENGINEERING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Gem Hunter Lab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exercises: understand » extend » hunt bugs » ship — in foreign code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exercises, one living game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29184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taught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 ARCHITECTURE.md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archaeology; verifying the agent's claims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the real CLAUDE.md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Turning discovery into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Level 2 harder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Data-driven change; eval on the live 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 combo 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and using existing hooks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7th gem: Amethyst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Extending someone else's system correctly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BUG-312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Root-cause proof in foreign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LevelLint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level_lint 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studio tool for the content pipeline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CrossBomb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FEAT-88, no template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ticket to proven feature, solo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 build from the terminal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the build preprocessor; the road to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compressed flow: Ex01, Ex02, Ex06 and Ex07 hands-on; Ex03–Ex05 and Ex09 as demos; Ex08 briefed for after the workshop. Details in the Workshop/Ex0N_*.md files (in English).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GAME AFTER EX05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seventh gem on the board: Amethyst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purple pearl — GemType 6 — registered into Level 1's gem mix through the CLI; not a single line of C# changed.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exercise's scene also carries BUG-312: the counter drops even on a bounced-back swap.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uses the same command: eval 'Match3.LevelData.Instance.RemainingMove'.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ameth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ex06-start checkpoint: purple Amethysts on the board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13:40 – 14:15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Ex04: understand, then the first touch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Recon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maps the architecture into ARCHITECTURE.md; you verify two claims against the source. A wrong attribution = make it correct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Contract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stub CLAUDE.md becomes a real contract. The test: ask a fresh agent session 'what are you not allowed to touch?'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LevelData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Level 2's MaxMove 20→16, chest goal 6→11 — in scene data, through the CLI, without opening YAML by hand.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ComboCounter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 ComboTracker subscribed to LevelData's existing delegates — the acceptable plan is the one that invents no new plumbing.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14:15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– Ex09: extend, hunt, 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Amethyst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 copied prefab, GemType 6, purple tint, Level 1's mix — zero C# changes is the goal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— BUG-312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morning's demo, at your keyboard. A symptom-patch plan gets REJECTED; the eval proof shows 20→19, the fix shows 20→20.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level_lint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 command that audits the open scene; with a sabotage test you turn it red and back to green.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— solo flight after the workshop: the Cross Bomb ticket, on the SmallBomb pattern; proof: 13+1 gems in one match.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— iOS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unity command build + build_status; LevelList's build preprocessor is read from the source.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 behind? ./catchup.sh exNN — one command, full sync.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DELIVERABLE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 all day — and what carries into the closing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is your contract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CLAUDE.md you write in Ex02 governs your agent for the rest of the day — reject any plan that crosses its lines.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proof, no done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exercise's Verify section runs from the terminal; a 'done' without eval output is not done.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= the next branch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stuck: README → git diff exNN..exNN+1 → instructor. Missed one: ./catchup.sh.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for the closing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 + your level_lint command + the build report (from the demo). T1/T3 observations go into the metrics table.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