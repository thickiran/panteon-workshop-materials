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 · 15:15 – 16:45 · ART + TECH ART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Reskinning Gem Hunter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studio's 2D pipeline, on top of a real game: generate » clean up » swap » 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Panteon Games — Codeo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The Reskin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GAME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 Hunter is Unity's 2D lighting and VFX showcase — your reskin lives with the scene lighting, not just the sprites.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gems + UI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surface to replace is clear: gem sprites, HUD icons, the background.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Lights + VFX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lights and normal maps tuned to your palette; the shared match effect stays as it is.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approval line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checklist and provenance rules introduced this morning apply.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The Reskin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1 · 15:15 – 16:00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gem set in the studio style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6+1 gem concepts from your Scenario style model (including Amethyst — the engineering track is adding it today); 3 variations each.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and clean up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consistency comes first: the 7 gems are one family. Upscaling, background cleanup, size normalization.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Sprite import settings (PPU, filter, atlas) exactly match the sample gems; any difference means a size explosion in game.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SpriteRenderer sprite + Gem.UISprite (a separate HUD icon set) on the gem prefabs — through the CLI, without touching scene YAML.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The Reskin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2 · 16:00 – 16:45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Light, effects, approval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light tuning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and point light colors to match your new palette; gem readability is tested on the dark background.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VFX check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shared VFX_CellCrash effect exposes no color parameter — judge it against your palette in play mode; per-gem effects via MatchEffectPrefabs are a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In-game verification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run of Level 1: does the new set read well, are the goal icons correct in the HUD?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approval package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+ provenance record + before/after screenshots — merged with the engineering track at the closing.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plan: if Scenario access fails, the instructor has a pre-generated gem set — the rest of the flow is identical.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The Reskin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NOTES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fine points of swapping sprites in this game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PPU and pivot, exactly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sample gems' Pixels Per Unit and pivot values are the reference; any deviation breaks the board alignment.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prefab, not the scene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change is made on the prefab; all three levels update at once. A one-off change inside a scene = maintenance debt.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forget the UISprite field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Gem component's UISprite field feeds the HUD goal icons — swapping only the SpriteRenderer is not enough.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gem came from which model, with which prompt — the SOURCES record is kept with this morning's discipline.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The Reskin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2026-08-28T20:57:27Z</dcterms:created>
  <dcterms:modified xsi:type="dcterms:W3CDTF">2026-08-28T20:57:27Z</dcterms:modified>
</cp:coreProperties>
</file>