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74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 · 13:30 – 15:00 · ENGINEERING + DEVOPS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2860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Gem Hunter Lab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8862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exercises: understand » extend » hunt bugs » ship — in foreign code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Panteon Games — Codeo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Track A: The Gem Hunter Lab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exercises, one living game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103120"/>
                <a:gridCol w="3291840"/>
                <a:gridCol w="48737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Exercise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you 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 taught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Produce ARCHITECTURE.md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archaeology; verifying the agent's claims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Write the real CLAUDE.md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Turning discovery into rules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LevelData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Make Level 2 harder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Data-driven change; eval on the live board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ComboCounter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a combo counter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Finding and using existing hooks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NewGem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7th gem: Amethyst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Extending someone else's system correctly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BugHunt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Solve BUG-312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Root-cause proof in foreign code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LevelLint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level_lint command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studio tool for the content pipeline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CrossBomb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FEAT-88, no template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From ticket to proven feature, solo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iOS build from the terminal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Reading the build preprocessor; the road to CI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89788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589788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compressed flow: Ex01, Ex02, Ex06 and Ex07 hands-on; Ex03–Ex05 and Ex09 as demos; Ex08 briefed for after the workshop. Details in the Workshop/Ex0N_*.md files (in English).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Track A: The Gem Hunter Lab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GAME AFTER EX05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seventh gem on the board: Amethyst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purple pearl — GemType 6 — registered into Level 1's gem mix through the CLI; not a single line of C# changed.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exercise's scene also carries BUG-312: the counter drops even on a bounced-back swap.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proof uses the same command: eval 'return Match3.LevelData.Instance.RemainingMove;'.</a:t>
            </a:r>
            <a:endParaRPr lang="en-US" sz="1300" dirty="0"/>
          </a:p>
        </p:txBody>
      </p:sp>
      <p:pic>
        <p:nvPicPr>
          <p:cNvPr id="5" name="Image 0" descr="/private/tmp/claude-501/-Users-tolgayhickiran-PanteonAI/67bd7479-34bf-42f9-b81d-2e68aa741421/scratchpad/ghm_amethy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783080"/>
            <a:ext cx="5623560" cy="31638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0" y="5047488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ex06-start checkpoint: purple Amethysts on the board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Track A: The Gem Hunter Lab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1 · 13:40 – 14:15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Ex01 – Ex04: understand, then the first touch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367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Ex01 — Recon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maps the architecture into ARCHITECTURE.md; you verify two claims against the source. A wrong attribution = make it correct itself.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511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Ex02 — Contract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163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stub CLAUDE.md becomes a real contract. The test: ask a fresh agent session 'what are you not allowed to touch?'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021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02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655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Ex03 — LevelData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7307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Level 2's MaxMove 20→16, chest goal 6→11 — in scene data, through the CLI, without opening YAML by hand.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16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799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Ex04 — ComboCounter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6451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a ComboTracker subscribed to LevelData's existing delegates — the acceptable plan is the one that invents no new plumbing.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Track A: The Gem Hunter Lab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2 · 14:15 – 15:00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Ex05 – Ex09: extend, hunt, ship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367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Ex05 — Amethyst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a copied prefab, GemType 6, purple tint, Level 1's mix — zero C# changes is the goal itself.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05456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05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46888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Ex06 — BUG-312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734056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morning's demo, at your keyboard. A symptom-patch plan gets REJECTED; the eval proof shows 20→19, the fix shows 20→20.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337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0098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Ex07 — level_lint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566160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CLI command that audits the open scene; with a sabotage test you turn it red and back to green.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169664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169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13308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Ex08 — FEAT-88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398264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 — solo flight after the workshop: the Cross Bomb ticket, on the SmallBomb pattern; proof: 13+1 gems in one match.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001768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001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96519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Ex09 — iOS build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230368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unity command build + build_status; the LevelList preprocessor is read from the source — it stops the build once if Build Settings drift.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89788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589788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Fell behind? ./catchup.sh exNN — one command, full sync.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Track A: The Gem Hunter Lab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AND DELIVERABLE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force all day — and what carries into the closing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contract is your contract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CLAUDE.md you write in Ex02 governs your agent for the rest of the day — reject any plan that crosses its lines.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proof, no done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exercise's Verify section runs from the terminal; a 'done' without eval output is not done.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 = the next branch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stuck: README → git diff exNN..exNN+1 → instructor. Missed one: ./catchup.sh.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38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07" y="5262555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5093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for the closing (16:40)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5385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BUG-312 proof pair + your level_lint command + the build report (from the demo). T1/T3 observations go into the metrics table.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Track A: The Gem Hunter Lab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2026-08-28T20:57:27Z</dcterms:created>
  <dcterms:modified xsi:type="dcterms:W3CDTF">2026-08-28T20:57:27Z</dcterms:modified>
</cp:coreProperties>
</file>