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ONE-DAY WORKSHOP · 16:45 – 17:30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Combined Game and Next Steps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of both tracks meets in a single build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&amp; TELL · 20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 nobody here wrote this morning belongs to both of you tonight.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shows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BUG-312 proof pair, the level_lint command and the build report.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shows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 dressed in the studio style: the new gem set and lighting — before/after.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combined build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reskin + the new features merge on one branch; the iOS build is made from the terminal.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agent's four traps in foreign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misattribution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can claim it 'saw' a file that does not exist. The rule: every claim cites a path, and a human verifies the critical ones.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Inventing new plumbing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83096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will try to build an event system where a hook already exists. First question in plan review: 'are you using what's already there?'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85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patching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adds caps/flags/cooldowns instead of the root cause. The proof requirement catches this at the plan stage.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83096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4851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77456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without a contract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83096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session without CLAUDE.md rediscovers the rules — expensive and inconsistent. The contract lives in the repo.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90 DAYS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steps coming out of this workshop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discipline on the team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catchup.sh model on real projects: feature branches + a proof section in every PR.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level_lint to production lint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command, for real: content validators for your own games, running in CI.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contract in every repo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ARCHITECTURE.md + CLAUDE.md pair on active projects; ownership sits with the team champions.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continuity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T1–T3 and the rejection rate every quarter; the date of the next review goes on the calendar today.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materials are shared today: the project repo (with checkpoints), the presentations, the lab guides.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follow-up: the Codeo team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