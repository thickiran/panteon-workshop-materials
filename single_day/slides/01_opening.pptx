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6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12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18745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5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ONE-DAY WORKSHOP · 09:30 – 10:00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22860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Game Development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88620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CFD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first scene from scratch in the morning, the inside of a living game in the afternoon — one day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580644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 Panteon Games — Codeo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Opening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MEASUREMENT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record the baseline today — in 90 days we compare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487168" cy="3108960"/>
          </a:xfrm>
          <a:prstGeom prst="roundRect">
            <a:avLst>
              <a:gd name="adj" fmla="val 3309"/>
            </a:avLst>
          </a:prstGeom>
          <a:solidFill>
            <a:srgbClr val="F4F2E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331720"/>
            <a:ext cx="2121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429000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time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977640"/>
            <a:ext cx="20299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time from idea to merged code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47288" y="2011680"/>
            <a:ext cx="2487168" cy="3108960"/>
          </a:xfrm>
          <a:prstGeom prst="roundRect">
            <a:avLst>
              <a:gd name="adj" fmla="val 3309"/>
            </a:avLst>
          </a:prstGeom>
          <a:solidFill>
            <a:srgbClr val="F4F2E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630168" y="2331720"/>
            <a:ext cx="2121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T2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3630168" y="3429000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 production time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3675888" y="3977640"/>
            <a:ext cx="20299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request to approved asset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54496" y="2011680"/>
            <a:ext cx="2487168" cy="3108960"/>
          </a:xfrm>
          <a:prstGeom prst="roundRect">
            <a:avLst>
              <a:gd name="adj" fmla="val 3309"/>
            </a:avLst>
          </a:prstGeom>
          <a:solidFill>
            <a:srgbClr val="F4F2E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37376" y="2331720"/>
            <a:ext cx="2121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T3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6437376" y="3429000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 resolution time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483096" y="3977640"/>
            <a:ext cx="20299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report to verified fix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61704" y="2011680"/>
            <a:ext cx="2487168" cy="3108960"/>
          </a:xfrm>
          <a:prstGeom prst="roundRect">
            <a:avLst>
              <a:gd name="adj" fmla="val 3309"/>
            </a:avLst>
          </a:prstGeom>
          <a:solidFill>
            <a:srgbClr val="F4F2E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244584" y="2331720"/>
            <a:ext cx="2121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9244584" y="3429000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rejection rate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9290304" y="3977640"/>
            <a:ext cx="20299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Failing approval on the first pass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5486400"/>
            <a:ext cx="10908792" cy="530352"/>
          </a:xfrm>
          <a:prstGeom prst="roundRect">
            <a:avLst>
              <a:gd name="adj" fmla="val 13793"/>
            </a:avLst>
          </a:prstGeom>
          <a:solidFill>
            <a:srgbClr val="F1EAD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" y="5486400"/>
            <a:ext cx="10451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baseline metrics template is being handed out now — team leads fill in current values at the end of the day.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Opening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ARC OF THE DAY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37360"/>
            <a:ext cx="109087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i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morning you build from an empty scene; in the afternoon you work inside 4,800 lines you did not write.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365760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38862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4005072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452628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scratch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50292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Morning: from an empty scene to a playable game with Unity CLI — eval, the agent in plan mode, prefabs.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83024" y="365760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10" name="Shape 7"/>
          <p:cNvSpPr/>
          <p:nvPr/>
        </p:nvSpPr>
        <p:spPr>
          <a:xfrm>
            <a:off x="4611624" y="38862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0496" y="400507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1624" y="452628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 and intervention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4611624" y="50292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Afternoon: mapping a foreign codebase and extending it without breaking it — data, features, content.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25968" y="365760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15" name="Shape 11"/>
          <p:cNvSpPr/>
          <p:nvPr/>
        </p:nvSpPr>
        <p:spPr>
          <a:xfrm>
            <a:off x="8354568" y="38862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3440" y="400507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54568" y="452628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8354568" y="50292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rule does not change: no fix until the root cause is proven, and no proof means not done.</a:t>
            </a:r>
            <a:endParaRPr lang="en-US" sz="1150" dirty="0"/>
          </a:p>
        </p:txBody>
      </p:sp>
      <p:sp>
        <p:nvSpPr>
          <p:cNvPr id="19" name="Text 1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Opening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GAME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 Hunter Match — Unity's official match-3 sample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49377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slice of real production quality: board logic, boosters, a shop, 3 levels, a 2D lighting and VFX showcase.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~4,800 lines of C#, 34 scripts — graspable but real. The closest scale to Panteon's daily work.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Licensed to your account from the Asset Store; source records and provenance are complete.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engineering track extends the game and hunts bugs; the art track reskins the same game in the studio style.</a:t>
            </a:r>
            <a:endParaRPr lang="en-US" sz="1300" dirty="0"/>
          </a:p>
        </p:txBody>
      </p:sp>
      <p:pic>
        <p:nvPicPr>
          <p:cNvPr id="5" name="Image 0" descr="/private/tmp/claude-501/-Users-tolgayhickiran-PanteonAI/67bd7479-34bf-42f9-b81d-2e68aa741421/scratchpad/ghm_smo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783080"/>
            <a:ext cx="5623560" cy="31638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943600" y="5047488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1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workshop project, running in a CLI-connected editor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Opening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SCHEDULE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CLI-from-scratch to living code — one day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90879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858000"/>
                <a:gridCol w="2039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Session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09:30 – 10:00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Opening: foundations, art approval, baseline metrics + meeting Gem Hunter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teams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10:00 – 11:00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Unity CLI from scratch: the three layers + your first scene, hands-on (Coin Rush)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teams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11:15 – 12:30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agent in foreign code: techniques + live demo BUG-312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teams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13:30 – 15:00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Track A: Gem Hunter engineering lab (compressed)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Engineering + DevOps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15:15 – 16:45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Track B: Reskinning Gem Hunter in the studio style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Art + Tech Art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16:45 – 17:30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Closing: the combined game, metrics, next steps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teams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Opening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PRINCIPLE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37360"/>
            <a:ext cx="109087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i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“Tools do the producing; people make the final call.”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365760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38862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4005072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452628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 approval gate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50292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generated image and model passes through the art director's formal approval gate.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83024" y="365760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10" name="Shape 7"/>
          <p:cNvSpPr/>
          <p:nvPr/>
        </p:nvSpPr>
        <p:spPr>
          <a:xfrm>
            <a:off x="4611624" y="38862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0496" y="400507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1624" y="452628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review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4611624" y="50292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agent-authored change merges to the main branch without review.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25968" y="365760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15" name="Shape 11"/>
          <p:cNvSpPr/>
          <p:nvPr/>
        </p:nvSpPr>
        <p:spPr>
          <a:xfrm>
            <a:off x="8354568" y="38862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3440" y="400507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54568" y="452628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Provenance record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8354568" y="50292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tool, which model, which prompt — all generated content is kept on record (provenance).</a:t>
            </a:r>
            <a:endParaRPr lang="en-US" sz="1150" dirty="0"/>
          </a:p>
        </p:txBody>
      </p:sp>
      <p:sp>
        <p:nvSpPr>
          <p:cNvPr id="19" name="Text 1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Opening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2026-08-28T20:57:27Z</dcterms:created>
  <dcterms:modified xsi:type="dcterms:W3CDTF">2026-08-28T20:57:27Z</dcterms:modified>
</cp:coreProperties>
</file>