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5" r:id="rId16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the demo: Ex06_Start scene open in the Coin Rush project, editor connected. Backup: recorded screen video. Take 5 minutes of questions after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ONE-DAY WORKSHOP · 10:00 – 11:00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CLI and Pipeline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scratch: the three layers and your first scene, hands-on — for everyone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Panteon Games — Codeo · August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2026: Unity CLI became the official way for agents to work with Unity.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support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Unity's own recommended tool has replaced community MCP servers; version compatibility and support are guaranteed.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1624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setups migrate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MCP setups migrate gradually via the MCP compatibility mode — nothing breaks overnight.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4568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Live-ops speed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Shortening the path from bug report to verified fix is operational speed, directly.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layers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unity command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CLI: editor installs, modules, projects and authentication managed from the terminal. The same tool on CI machines.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203911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05984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com.unity.pipeline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Drives a running editor session with scripts and agents: scene operations, asset imports, triggering builds.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203911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48928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live C# inside the editor without waiting for a compile: query, verify, try small fixes instantly.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1EADB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68680" y="594360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package is still experimental — we define the production-readiness criteria at the end of this session.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the agent drive the editor?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takes the task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plain-text bug report or job description; the standards and boundaries in CLAUDE.md apply.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through Unity CLI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Reaches the running editor session via com.unity.pipeline; queries project state.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with eval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Reproduces the bug and tests its hypothesis with live C# — without waiting on a compile loop.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165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799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the fix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451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change is made on a branch; run and verified in the editor.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309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2943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5595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 goes to review together with test output. The merge decision belongs to a human.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· 40 MIN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 empty scene to a playable mini game — from scratch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do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empty scene in the Coin Rush project: you create the ground and the player from the terminal with eval — no mouse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writes PlayerController in plan mode; you approve the plan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builds the coin prefab and the ring of 8; you count the remaining coins from the terminal with eval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in play mode: movement and collection work — the proof comes from the terminal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muscles move to Gem Hunter's foreign code this afternoon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5148072" cy="4480560"/>
          </a:xfrm>
          <a:prstGeom prst="roundRect">
            <a:avLst>
              <a:gd name="adj" fmla="val 2041"/>
            </a:avLst>
          </a:prstGeom>
          <a:solidFill>
            <a:srgbClr val="1632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75120" y="193852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31720"/>
            <a:ext cx="459943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unity status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eval: ground + player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plan approved → PlayerController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coin prefab + ring of 8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eval: remaining coins → 8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play mode: full run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[CliCommand]: opening studio tools to agents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existing tools become commands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Panteon's own editor tools and asset pipelines become callable from the terminal by marking them with the [CliCommand] attribute.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uses them directly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performs studio-specific operations (asset import standards, scene validation) with your tools — it does not reinvent them.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door for CI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commands are used in nightly builds and automated checks; one maintenance point.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806440"/>
            <a:ext cx="10908792" cy="566928"/>
          </a:xfrm>
          <a:prstGeom prst="roundRect">
            <a:avLst>
              <a:gd name="adj" fmla="val 12903"/>
            </a:avLst>
          </a:prstGeom>
          <a:solidFill>
            <a:srgbClr val="F1EAD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580644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afternoon in Track A you will write a real content validator called level_lint; think about real studio candidates over lunch.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permissions: boundaries drawn up front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boundaries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write only to working branches; main and release branches are protected.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scope is limited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C# execution only in the development environment and within a defined scope; it cannot touch production data.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Service-account authentication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builds run under narrow-scope service accounts, not personal accounts.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agent activity is tracked in a single audit log through JetBrains Central.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 for moving from experimental to production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239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package stability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critical failures in the sample project for 2 weeks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Permission policy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 and eval boundaries written down and enforced in Central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Rollback plan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 to the old flow via MCP compatibility mode has been tested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proficiency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engineer has completed the lab loop at least once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Measurement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bug-resolution-time metric (T3) is collected regularly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table goes into the playbook; nothing becomes mandatory on real projects until the criteria are met.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break: foreign-code techniques and the BUG-312 demo; in the afternoon, two tracks back to back with one trainer — anyone may sit 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 — Gem Hunter · 13:30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exercises in a living codebase: understand » extend » hunt bugs » ship. Lab guide will be handed out.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1624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 — The reskin · 15:15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7-gem set from the Scenario style model; swapped into the game, 2D lighting aligned. Lab guide will be handed out.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4568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16:45 — Closing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outputs of both tracks meet in a single end-to-end flow.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HALVES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an editor open — or without 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an editor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install · projects · auth · license — and the CI trio unity build, test, run: they start their own headless editor in batch mode and return an exit code.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203911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05984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running editor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status and unity command — eval, open_scene, attach_script, the live build, your own level_lint. A remote control for an editor with com.unity.pipeline loaded; no editor, no connection.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203911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48928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today lives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entirely in the second half — every proof today talks to an open editor. Ex09 shows both: the live build in the lab, the headless CI build at the closing.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1EADB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68680" y="594360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Mode (a compile error on open) breaks the connection exactly like a missing editor — that is why the day starts with unity status → ready.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2026-08-27T21:14:02Z</dcterms:created>
  <dcterms:modified xsi:type="dcterms:W3CDTF">2026-08-27T21:14:02Z</dcterms:modified>
</cp:coreProperties>
</file>