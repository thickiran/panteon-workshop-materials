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16:45 – 17:30 · MODÜL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Uçtan Uca Akış ve 90 Günlük Plan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çıktıları tek akışta birleşiyor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GÖSTERİM · 15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siz: bugün ürettiklerinize bakalım.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gösterir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uçtan uca: BUG-201 kök neden kanıtı, workshop_validate komutu ve iOS build raporu.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gösterir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Onaylı 2D konseptten üretilip temizlenen, Unity sahnesinde duran 3D varlık.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nokta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iki çıktı da insan onayından geçti ve kaynak kaydı tam.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RESİM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Uçtan uca akış: bir özellik böyle yayınlanır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tasarım — Claude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 veya live-ops etkinliğinin tasarımı Claude ile yazılır.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— Claude Code + Unity CLI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ve editör otomasyonu; bugün İz A'da yaptığınız akış.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 içi rötuşlar — Unity Assistant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Küçük düzenlemeler editörden çıkmadan; geçici görseller Generators'tan.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Nihai görseller — 2D/3D el kitapları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İz B'de kurduğunuz hatlardan; sanat onayı zorunlu.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Onay, inceleme,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onayı + kod incelemesi sonrası build; tüm ajan etkinliği Central denetim kaydında.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DİKKAT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sık dört hata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Ajana gereğinden fazla iş devretmek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Ajanın plan sunmadığı, insanın incelemediği işler birikir; kalite sessizce düşer. Kural: plan modu + inceleme.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kodun incelenmeden birleşmesi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 baskısı incelemeyi atlatır. Branch korumaları ve Central denetim kaydı bunun sigortasıdır.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görsellerde stil kayması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güncellemeleri sessizce stili kaydırır. Sürümleme + ret gerekçelerinin geri beslenmesi şart.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Bakımsız prompt kütüphaneleri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Sahipsiz kütüphane çürür; herkes kendi prompt'una döner. Her kütüphanenin bir sahibi olur.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kaydettik — 90 gün sonra bu dört metriğe bakacağız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Geliştirme süresi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birleştirilmiş koda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üretim süresi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Talepten onaylı varlığa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ret oranı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seferde onay alamama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 başına araç maliyeti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maliyet raporundan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panosu şartnamesi el kitabıyla birlikte teslim edilir; veri Central ve proje yönetim araçlarından beslenir.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YAYGINLAŞTIRMA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günlük plan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679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Dönem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yapılır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Sahibi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 1–2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başına birer sorumlu atanır; CLAUDE.md ve yetki politikaları gerçek projelere uyarlanır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sorumluları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 3–4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İlk gerçek özellik uçtan uca akışla yayınlanır; haftalık soru-cevap saatleri başlar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Sorumlular + Codeo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2D/3D el kitapları v1 tamamlanır; stil modelleri ve prompt kütüphaneleri sahiplendirilir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Sanat sorumlusu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Metrikler başlangıçla karşılaştırılır; araç değerlendirmesi yapılır (üç ayda bir tekrarlanır)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sorumlular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ADIMLAR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Önümüzdeki iki hafta — somut yapılacaklar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Sorumluları belirleyin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Mühendislik, sanat ve yapım tarafında birer isim; ilk soru-cevap saati takvime girsin.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metriklerini teslim edin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dağıtılan şablon doldurulmuş hâliyle bir hafta içinde Codeo'ya iletilir.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Üretime geçiş kriterlerini takip edin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kriter tablosu sağlanınca gerçek projelerde zorunlu akış hâline gelir.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kitabı v1 taslağı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çıktılar (görev dağılımı, kontrol listeleri, bütçe tablosu) iki hafta içinde tek el kitabında birleşir.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 ve devam görüşmesi: Codeo ekibi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materyaller (sunumlar, lab kılavuzları, şablonlar) bugün paylaşılacak.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Kapanış: Uçtan Uca Akış ve Yaygınlaştırma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