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 hesapları önceden açılmış olmalı. Yedek: hazır üretilmiş görsel seti (Scenario erişimi olmayanlar temizlik+onay adımlarını bu setle yapar).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Süre riski: Meshy doku/rig adımı uzarsa rig atlanır, doku ile yetinilir. Erişim sorunu için hazır ham mesh seti yedekte.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İZ B · 15:15 – 16:45 · SANAT + TEKNİK SANAT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Görsel ve 3D Model Üretim Hatları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Konseptten sanat onayına, mobil bütçeler içinde — Modül 6 ve 7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 Games için hazırlanmıştır — Codeo · Ağustos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B: 2D Görsel ve 3D Model Üretimi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6 · 2D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stüdyoda 2D üretim hızı, doğrudan live-ops hızıdır.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Etkinlik takvimi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Sezonluk içerik ve etkinlik görselleri, üretim hattının en sık talep gören çıktısı.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 tutarlılığı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Hız, stüdyonun onaylı sanat stilinden taviz vermeden gelmeli — yoksa maliyeti onay noktası öder.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 kreatifleri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stil modellerinden pazarlama görselleri de üretilir; tek hat, iki çıktı.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B: 2D Görsel ve 3D Model Üretimi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6 · ARAÇ HARİTASI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Hangi araç, hangi aşamada — ve lisans koşulu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754880"/>
                <a:gridCol w="34107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Araç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Lisans notu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Üretimin merkezi: Panteon stiliyle eğitilmiş özel modeller, toplu üretim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Kurumsal plan; üretim çıktısı ticari kullanıma uygun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Midjourney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Yalnızca konsept ve fikir arama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koşullarına göre ticari haklar; üretim hattına girmez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Konsept + hızlı varyasyon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sürümüne göre lisans değişir; kayıt zorunlu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Recraft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Vektör / UI konsepti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Ticari plan gerekli; üretimde yalnız onaylı akışta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Kural: genel amaçlı araçların çıktısı doğrudan oyuna girmez — konsepti besler, üretim Scenario hattında yapılır.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B: 2D Görsel ve 3D Model Üretimi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6 · STİL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Özel stil modelleri: stüdyonun imzası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 stiliyle eğitim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Onaylı varlık setiyle eğitilen özel modeller; her oyunun stili ayrı model olarak yönetilir.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Sürümleme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 modeli güncellemeleri sürümlenir; hangi varlık hangi model sürümüyle üretildi, kayıtlıdır.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kütüphaneleri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İşe yarayan prompt'lar stüdyo varlığıdır: paylaşılan, bakımı yapılan, sürümlenen kütüphaneler.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 kayması denetimi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 gerekçeleri ve örnekler modele geri beslenir; kayma erken yakalanır.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B: 2D Görsel ve 3D Model Üretimi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6 · AKIŞLAR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Toplu üretim ve temizlik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Toplu üretim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Etkinlik/sezon paketi tek akışta: varyasyonlar, arayüz görselleri, yerelleştirme varyantları.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Temizlik araçları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Çözünürlük artırma, arka plan silme, kırpma — standart araç zinciriyle.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Sprite sheet hazırlığı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Oyuna girecek varlıklar teknik şartlara göre paketlenir.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Onaya gönderim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 kaydıyla birlikte kontrol listesinden geçirilip sanat yönetmenine sunulur.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B: 2D Görsel ve 3D Model Üretimi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 · 15:30 – 16:00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2D: üret » temizle » onaya gönder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 modelini seç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 stüdyo stil modeliyle etkinlik görseli üret (3 varyasyon).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05456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05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46888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Toplu varyant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734056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Seçtiğin varyasyondan boyut ve yerelleştirme varyantlarını türet.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0098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Temizlik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566160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Upscale + arka plan + kırpma; sprite sheet çıkar.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169664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13308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 listesi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398264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 uyumu, telif taraması, teknik şartlar — listeyi doldur, kaynak kaydını ekle.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001768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001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96519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Onay provası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230368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Komşunun ürettiğini sen onayla/reddet: gerekçeli karar yaz.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16:00'da 3D bölümü başlıyor; Lab 2 16:15'te.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B: 2D Görsel ve 3D Model Üretimi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7 · 3D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Otomatik 3D üretim, hattın ön aşamasını hızlandırır — tek tıkla oyuna girecek model üretmez.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 çıktı aldatıcıdır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Görsel olarak etkileyici; poligon bütçesinin çoğu zaman çok üzerinde.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bütçe esastır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Hedef cihazların poligon/doku bütçeleri tablo hâlinde masada duracak.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Temizlik zorunlu aşamadır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Retopoloji, LOD, UV, draw call — atlanamaz; standart prosedürü var.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B: 2D Görsel ve 3D Model Üretimi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7 · ARAÇ ROLLERİ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Üç araç, üç rol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Tripo — hızlı döngü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Saniyeler içinde taban mesh, quad retopoloji. Üret-değerlendir-yeniden üret döngüsünün aracı; fikir aşamasında en hızlısı.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20391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05984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Meshy — en geniş akış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Mesh'ten PBR dokuya, otomatik rig'den animasyona ve Unity aktarımına tek araçta en uzun zincir.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203911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48928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Rodin — yüksek detay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Öne çıkan varlıklar için yüksek yüzey detayı; maliyeti yüksek, kullanımı seçici.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5943600"/>
            <a:ext cx="10908792" cy="502920"/>
          </a:xfrm>
          <a:prstGeom prst="roundRect">
            <a:avLst>
              <a:gd name="adj" fmla="val 14545"/>
            </a:avLst>
          </a:prstGeom>
          <a:solidFill>
            <a:srgbClr val="F1EADB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68680" y="5943600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Araç seçimi varlığın rolüne göre yapılır — alışkanlığa göre değil.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B: 2D Görsel ve 3D Model Üretimi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7 · BÜTÇELER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poligon / doku bütçesi (başlangıç tablosu)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560320"/>
                <a:gridCol w="2560320"/>
                <a:gridCol w="24963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Varlık sınıfı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Üçgen bütçesi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Doku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 karakter / öne çıkan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15–30k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2×2048 PBR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seviye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Standart birim / NPC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3–8k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2–3 seviye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Sahne öğesi (prop)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0.5–3k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512–1024 atlas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seviye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Arka plan / dekor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atlas payı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1–2 seviye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Değerler başlangıç önerisidir; İz B'de Panteon'un gerçek projelerine göre birlikte kalibre edilir ve el kitabına girer.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B: 2D Görsel ve 3D Model Üretimi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7 · PROSEDÜR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Zorunlu temizlik aşaması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Retopoloji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 mesh bütçeye indirilir; deformasyon bölgelerinde akış düzeltilir.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 üretimi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Sınıfına göre LOD zinciri; geçiş mesafeleri projede test edilir.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 ve doku kontrolü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 düzeni, doku çözünürlüğü ve atlas kullanımı şarta bağlanır.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call etkisi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Materyal sayısı ve batching etkisi ölçülür; bütçeyi aşan varlık geri döner.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3309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2943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Gidiş-dönüş testi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5595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Dışa aktarım formatı Panteon'un gerçek Unity proje ayarlarıyla test edilir.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B: 2D Görsel ve 3D Model Üretimi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MODÜL 6 → 7 KÖPRÜSÜ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Onaylı 2D konseptten görüntüden-3D'ye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Konsept önce onaylanır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üretim, sanat ekibinin onayladığı 2D konseptten başlar — sürpriz stil yok.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Görüntüden-3D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Onaylı konsept görüntüsü Tripo/Meshy'ye girdi olur; çıktı temizlik prosedürüne girer.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Onay + teknik bütçe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onay süreci 2D ile aynıdır; kontrol listesine teknik bütçe uygunluğu eklenir.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B: 2D Görsel ve 3D Model Üretimi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 · 16:15 – 16:45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3D: üret » temizle » Unity'ye aktar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Konsept seç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1'de onaylanan 2D konseptlerden birini 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05456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05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46888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Görüntüden-3D üret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734056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Tripo ile 2–3 hızlı deneme; en iyisini Meshy akışına taşı (doku + rig).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0098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Temizlik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566160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Retopoloji ve LOD; bütçe tablosuna göre üçgen sayısını kontrol 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169664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13308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Unity'ye aktar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398264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 projeye içe aktar; materyal ve ölçek gidiş-dönüş testini yap.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001768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001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96519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Onaya sun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230368"/>
            <a:ext cx="10149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 listesi + teknik bütçe kanıtı ile onay provası.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Kapanışa çıktı: Unity sahnesinde duran temizlenmiş bir 3D varlık + doldurulmuş kontrol listeleri.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İz B: 2D Görsel ve 3D Model Üretimi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2026-08-27T21:14:02Z</dcterms:created>
  <dcterms:modified xsi:type="dcterms:W3CDTF">2026-08-27T21:14:02Z</dcterms:modified>
</cp:coreProperties>
</file>