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sık hata: ajan 'collected' bayrağı ekleyerek semptomu gizler. Kök neden kanıtı istemeyen öğrenciyi durdur, eval'e yönlendir.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A · 13:30 – 16:45 · MÜHENDİSLİK + DEVOPS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 Rush: Unity CLI Oyun Laboratuvarı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alıştırmada, ajanla birlikte uçtan uca bir mobil mini oyun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 · Ağustos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A: Coin Rush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 İNŞA EDECEĞİNİZ OYUN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 Rush — gerçek varlıklarla mini bir mobil oyun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karakter arenada geziyor, 8 altını topluyor; devriye gezen mayına yakalanmadan.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Skor, kazanma/kaybetme ekranları, mıknatıs güçlendirmesi ve iOS build — hepsi bugün, hepsi terminalden.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Görseller Polyfork'tan; her varlığın kaynak kaydı _Shared/Art/SOURCES.md'de — sabah anlattığımız provenance ilkesi uygulanmış hâlde.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alıştırma: 5 dk eğitmen gösterimi + 5–10 dk sizin uygulamanız + terminalden doğrulama.</a:t>
            </a:r>
            <a:endParaRPr lang="en-US" sz="1300" dirty="0"/>
          </a:p>
        </p:txBody>
      </p:sp>
      <p:pic>
        <p:nvPicPr>
          <p:cNvPr id="5" name="Image 0" descr="/private/tmp/claude-501/-Users-tolgayhickiran-PanteonAI/67bd7479-34bf-42f9-b81d-2e68aa741421/scratchpad/coinrush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83080"/>
            <a:ext cx="5623560" cy="31638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504748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Doğrulanmış son durum: workshop_validate PASS · 8/8 altınla oyun kazanılıyor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A: Coin Rush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HARİTA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alıştırma, tek oyun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920240"/>
                <a:gridCol w="3017520"/>
                <a:gridCol w="53309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Klasör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 inşa ediyoruz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Öğretilen beceri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SceneSetup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Zemin + oyuncu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 status · komut keşfi · eval ile nesne yaratma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Hareket script'i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modunda ajana kod yazdırma · CLAUDE.md sözleşmesi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Coins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Altın prefab'ı + halka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Prefab akışı · eval ile canlı sahne sorgulama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Skor UI + kazanma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 istekte koordineli çok dosyalı değişiklik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Hazard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Mayın devriyesi + kaybetme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Takip istemleriyle davranış üzerinde iterasyon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BugHunt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BUG-201 düzeltmesi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Yeniden üret · kök nedeni kanıtla · düzelt · kanıtla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CliCommand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workshop_validate komutu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Stüdyo aracını CLI'a ve ajanlara açmak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Mıknatıs güçlendirmesi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Yalnız başına: ticket'tan doğrulanmış özelliğe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MobileBuild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iOS build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Canlı editörden asenkron build · CI'a giden yol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Zamanlama: 15 dk ortam kontrolü + 9 × 15 dk alıştırma + 15 dk ara ≈ 180 dakika.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A: Coin Rush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GERİDE KALMAK YOK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Senkron noktası modeli: kaçıran, açarak yetişir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Senkron kuralı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alıştırmanın başında HERKES o alıştırmanın Start sahnesini açar — bitiren de, kaçıran da aynı noktadan başlar. Kimse hiçbir şey geri yüklemez.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Anlık görüntü klasörleri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Assets/Workshop/ExNN klasörü, bir önceki alıştırmanın bitmiş hâline eşit bir Start sahnesi taşır; çözümler de böylece her an elinizin altındadır.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Çakışmasız kopyalar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klasörün script'leri kendi assembly'sinde derlenir (Workshop.Ex05, Workshop.Ex06…). Aynı oyunun 10 anlık görüntüsü tek projede yan yana yaşar.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Felaket düğmesi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makine bozulursa WorkshopBuilder tüm sahneleri ve prefab'ları yeniden üretir: Workshop &gt; Build All Checkpoints.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A: Coin Rush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BLOK 1 · 13:45 – 14:30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Ex01 – Ex03: CLI'dan ajana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Ex01 — CLI ile tanışma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status, komut listesi; zemini ve oyuncuyu eval ile terminalden yaratıyorsunuz. Fare yok.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Ex02 — İlk script'i ajan yazıyor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modunda PlayerController: planı siz onaylamadan dosya yazılmıyor; sonuç play modunda test ediliyor.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Ex03 — Altınlar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Ajana coin prefab'ı ve 8'li halkayı yaptırıyor, kalan altını eval ile terminalden sayıyorsunuz — hata avının temel kası.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A: Coin Rush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BLOK 2 · 14:30 – 15:00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Ex04 – Ex05: özellikler ve iterasyon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Ex04 — Skor ve kazanma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istek, dört parçalı iş: ScoreManager, GameManager, CoinPickup değişikliği ve UI — ajanla çok dosyalı çalışmanın provası.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Ex05 — Mayın ve kaybetme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istem son davranış değildir: hızı ve rotayı takip istemleriyle değiştiriyorsunuz. İterasyon ucuzdur; baştan mükemmellik istemek değildir.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15:00 – 15:15 ara — sonrasında sahneler QA kaydıyla açılıyor.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A: Coin Rush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EX06 · 15:15 – 15:30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avı: kural, kök neden kanıtlanmadan düzeltme yok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Sabahki döngü, şimdi sizin elinizde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Ex06 sahnesi gerçek bir QA kaydıyla geliyor: bazı altınlar 2 puan veriyor; sayaç 9/8'i gösterebiliyor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semptomu yamamak isterse (skoru sınırla, bekleme süresi ekle) planı REDDEDİN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Kanıt: altın prefab'ında iki tetikleyici collider — eval çıktısı 2 diyor, 1 olmalı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düzeltme + aynı kanıtla doğrulama: tam tur 8/8 bitiyor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148072" cy="4480560"/>
          </a:xfrm>
          <a:prstGeom prst="roundRect">
            <a:avLst>
              <a:gd name="adj" fmla="val 2041"/>
            </a:avLst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93852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BUG-201 · QA KAYDI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"Sometimes a coin gives 2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points instead of 1. The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counter can show 9/8 after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collecting everything.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console errors."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QA, on device, intermittent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A: Coin Rush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EX07 – EX08 · 15:30 – 16:00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 yazın, sonra yalnız uçun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94376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Ex07 — workshop_validate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4837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Kendi CLI komutunuz: sahneyi denetleyen bir seviye doğrulayıcı. [CliCommand] özniteliğiyle kaydediliyor; unity command listesinde görünüyor. Sabotaj testi: oyuncuyu x=50'ye taşıyın, komut kırmızı yansın.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54496" y="1691640"/>
            <a:ext cx="5294376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6483096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77456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Ex08 — FEAT-77, şablon yok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83096" y="2532888"/>
            <a:ext cx="4837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Yalnızca kabul kriterleri: mıknatıs güçlendirmesi, 5 saniye, yarıçap ~4. İstemi siz yazıyorsunuz, planı siz sorguluyorsunuz, kanıtı siz istiyorsunuz. Doğrulayıcınız hâlâ yeşil kalmalı.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A: Coin Rush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EX09 · 16:00 – 16:30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Terminalden iOS build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 editör asenkron build alır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İkinci bir Unity açılmıyor: build komutu çalışan editöre gidiyor, build_status ile izliyorsunuz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işin CI hâli: kapalı projede unity build + servis hesabı — sabahki hikâyenin pratiği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iOS dışa aktarımı birkaç dakika sürer; bu sürede BuildReport'u okuyoruz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Xcode imzalama adımında hata bugün sorun değil: alıştırma boru hattıdır, provizyon profili değil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148072" cy="4480560"/>
          </a:xfrm>
          <a:prstGeom prst="roundRect">
            <a:avLst>
              <a:gd name="adj" fmla="val 2041"/>
            </a:avLst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93852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KOMUTLAR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unity command build \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--target iOS \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--outputPath Builds/iOS-Ex09 \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--scenes .../Ex09_Start.unity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unity command build_status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completed · BuildReport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A: Coin Rush Laboratuvarı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OYUNUN KURALLARI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 boyu geçerli üç kural + kapanış çıktısı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sınırları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yalnızca çalıştığınız alıştırma klasörüne dokunur; Start sahneleri ve _Shared asla değişmez. Plan bu sınırı aşıyorsa reddedin.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Kanıtsız iş bitmez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alıştırmanın 'Verify' bölümü terminalden çalışır: eval çıktısı, komut sonucu veya play modu kanıtı olmadan tamamlandı saymıyoruz.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Takılınca sıra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 alıştırma README'si, sonra bir sonraki klasördeki çözüm, sonra eğitmen. Kaçırdıysanız: sıradaki Start sahnesini açın, yetiştiniz.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Kapanışa çıktı (16:40)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hata→düzeltme döngüsü kanıtıyla + workshop_validate komutunuz + iOS build raporu. T3 gözleminizi metrik şablonuna yazın.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A: Coin Rush Laboratuvarı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2026-08-27T21:14:02Z</dcterms:created>
  <dcterms:modified xsi:type="dcterms:W3CDTF">2026-08-27T21:14:02Z</dcterms:modified>
</cp:coreProperties>
</file>