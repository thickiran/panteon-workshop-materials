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sık hata: ajan 'collected' bayrağı ekleyerek semptomu gizler. Kök neden kanıtı istemeyen öğrenciyi durdur, eval'e yönlendir.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18745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5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İZ A · 13:30 – 15:00 · MÜHENDİSLİK + DEVOPS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286000"/>
            <a:ext cx="10332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Coin Rush: Unity CLI Oyun Laboratuvarı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886200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CFDC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alıştırmada, ajanla birlikte uçtan uca bir mobil mini oyun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580644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Panteon Games için hazırlanmıştır — Codeo · Ağustos 2026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İz A: Coin Rush Laboratuvarı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BUGÜN İNŞA EDECEĞİNİZ OYUN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Coin Rush — gerçek varlıklarla mini bir mobil oyun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49377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 karakter arenada geziyor, 8 altını topluyor; devriye gezen mayına yakalanmadan.</a:t>
            </a:r>
            <a:endParaRPr lang="en-US" sz="13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Skor, kazanma/kaybetme ekranları, mıknatıs güçlendirmesi ve iOS build — hepsi bugün, hepsi terminalden.</a:t>
            </a:r>
            <a:endParaRPr lang="en-US" sz="13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Görseller Polyfork'tan; her varlığın kaynak kaydı _Shared/Art/SOURCES.md'de — sabah anlattığımız provenance ilkesi uygulanmış hâlde.</a:t>
            </a:r>
            <a:endParaRPr lang="en-US" sz="13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Sıkıştırılmış akış: Ex01, Ex02, Ex06 ve Ex07 uygulamalı; Ex03–Ex05 ve Ex09 hızlı eğitmen gösterimi; Ex08 atölye sonrası için brifing.</a:t>
            </a:r>
            <a:endParaRPr lang="en-US" sz="1300" dirty="0"/>
          </a:p>
        </p:txBody>
      </p:sp>
      <p:pic>
        <p:nvPicPr>
          <p:cNvPr id="5" name="Image 0" descr="/private/tmp/claude-501/-Users-tolgayhickiran-PanteonAI/67bd7479-34bf-42f9-b81d-2e68aa741421/scratchpad/coinrush_v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1783080"/>
            <a:ext cx="5623560" cy="31638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0" y="5047488"/>
            <a:ext cx="5623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Doğrulanmış son durum: workshop_validate PASS · 8/8 altınla oyun kazanılıyor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İz A: Coin Rush Laboratuvarı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HARİTA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alıştırma, tek oyun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08792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920240"/>
                <a:gridCol w="3017520"/>
                <a:gridCol w="53309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Klasör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 inşa ediyoruz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Öğretilen beceri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SceneSetup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Zemin + oyuncu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unity status · komut keşfi · eval ile nesne yaratma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Hareket script'i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 modunda ajana kod yazdırma · CLAUDE.md sözleşmesi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Coins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Altın prefab'ı + halka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Prefab akışı · eval ile canlı sahne sorgulama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Skor UI + kazanma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Tek istekte koordineli çok dosyalı değişiklik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Hazard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Mayın devriyesi + kaybetme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Takip istemleriyle davranış üzerinde iterasyon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BugHunt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BUG-201 düzeltmesi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Yeniden üret · kök nedeni kanıtla · düzelt · kanıtla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CliCommand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workshop_validate komutu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Stüdyo aracını CLI'a ve ajanlara açmak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Magnet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Mıknatıs güçlendirmesi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Yalnız başına: ticket'tan doğrulanmış özelliğe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MobileBuild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iOS build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Canlı editörden asenkron build · CI'a giden yol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897880"/>
            <a:ext cx="10908792" cy="530352"/>
          </a:xfrm>
          <a:prstGeom prst="roundRect">
            <a:avLst>
              <a:gd name="adj" fmla="val 13793"/>
            </a:avLst>
          </a:prstGeom>
          <a:solidFill>
            <a:srgbClr val="F1EADB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68680" y="5897880"/>
            <a:ext cx="104515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Zamanlama: 10 dk ortam kontrolü + 4 uygulamalı çekirdek alıştırma + gösterimler ≈ 90 dakika.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İz A: Coin Rush Laboratuvarı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GERİDE KALMAK YOK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Senkron noktası modeli: kaçıran, açarak yetişir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09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707" y="1833555"/>
            <a:ext cx="228234" cy="22823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664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Senkron kuralı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956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 alıştırmanın başında HERKES o alıştırmanın Start sahnesini açar — bitiren de, kaçıran da aynı noktadan başlar. Kimse hiçbir şey geri yüklemez.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" y="2852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707" y="2976555"/>
            <a:ext cx="228234" cy="22823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25880" y="2807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Anlık görüntü klasörleri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325880" y="3099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Assets/Workshop/ExNN klasörü, bir önceki alıştırmanın bitmiş hâline eşit bir Start sahnesi taşır; çözümler de böylece her an elinizin altındadır.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40080" y="3995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707" y="4119555"/>
            <a:ext cx="228234" cy="22823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25880" y="3950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Çakışmasız kopyalar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325880" y="4242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 klasörün script'leri kendi assembly'sinde derlenir (Workshop.Ex05, Workshop.Ex06…). Aynı oyunun 10 anlık görüntüsü tek projede yan yana yaşar.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40080" y="5138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707" y="5262555"/>
            <a:ext cx="228234" cy="22823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25880" y="5093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Felaket düğmesi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1325880" y="5385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Bir makine bozulursa WorkshopBuilder tüm sahneleri ve prefab'ları yeniden üretir: Workshop &gt; Build All Checkpoints.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İz A: Coin Rush Laboratuvarı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BLOK 1 · 13:40 – 14:15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Ex01 – Ex03: CLI'dan ajana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73352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6733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63677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Ex01 — CLI ile tanışma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901952"/>
            <a:ext cx="10149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unity status, komut listesi; zemini ve oyuncuyu eval ile terminalden yaratıyorsunuz. Fare yok.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587752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5877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55117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Ex02 — İlk script'i ajan yazıyor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816352"/>
            <a:ext cx="10149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modunda PlayerController: planı siz onaylamadan dosya yazılmıyor; sonuç play modunda test ediliyor.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502152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5021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46557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Ex03 — Altınlar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730752"/>
            <a:ext cx="10149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Gösterim: coin prefab'ı ve 8'li halka; kalan altın eval ile terminalden sayılır — hata avının temel kası.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İz A: Coin Rush Laboratuvarı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GÖSTERİM · 14:15 – 14:25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Ex04 – Ex05: özellikler ve iterasyon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73352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6733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63677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Ex04 — Skor ve kazanma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901952"/>
            <a:ext cx="10149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Tek istek, dört parçalı iş: ScoreManager, GameManager, CoinPickup değişikliği ve UI — ajanla çok dosyalı çalışmanın provası.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587752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5877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55117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Ex05 — Mayın ve kaybetme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816352"/>
            <a:ext cx="10149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İlk istem son davranış değildir: hızı ve rotayı takip istemleriyle değiştiriyorsunuz. İterasyon ucuzdur; baştan mükemmellik istemek değildir.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5897880"/>
            <a:ext cx="10908792" cy="530352"/>
          </a:xfrm>
          <a:prstGeom prst="roundRect">
            <a:avLst>
              <a:gd name="adj" fmla="val 13793"/>
            </a:avLst>
          </a:prstGeom>
          <a:solidFill>
            <a:srgbClr val="F1EAD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68680" y="5897880"/>
            <a:ext cx="104515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Gösterimin ardından sahne QA kaydıyla açılıyor — Ex06 sizin elinizde.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İz A: Coin Rush Laboratuvarı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EX06 · 14:25 – 14:45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 avı: kural, kök neden kanıtlanmadan düzeltme yok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Sabahki döngü, şimdi sizin elinizde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4884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Ex06 sahnesi gerçek bir QA kaydıyla geliyor: bazı altınlar 2 puan veriyor; sayaç 9/8'i gösterebiliyor</a:t>
            </a:r>
            <a:endParaRPr lang="en-US" sz="1300" dirty="0"/>
          </a:p>
          <a:p>
            <a:pPr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Ajan semptomu yamamak isterse (skoru sınırla, bekleme süresi ekle) planı REDDEDİN</a:t>
            </a:r>
            <a:endParaRPr lang="en-US" sz="1300" dirty="0"/>
          </a:p>
          <a:p>
            <a:pPr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Kanıt: altın prefab'ında iki tetikleyici collider — eval çıktısı 2 diyor, 1 olmalı</a:t>
            </a:r>
            <a:endParaRPr lang="en-US" sz="1300" dirty="0"/>
          </a:p>
          <a:p>
            <a:pPr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Minimal düzeltme + aynı kanıtla doğrulama: tam tur 8/8 bitiyor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1737360"/>
            <a:ext cx="5148072" cy="4480560"/>
          </a:xfrm>
          <a:prstGeom prst="roundRect">
            <a:avLst>
              <a:gd name="adj" fmla="val 2041"/>
            </a:avLst>
          </a:prstGeom>
          <a:solidFill>
            <a:srgbClr val="1632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675120" y="1938528"/>
            <a:ext cx="4599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BUG-201 · QA KAYDI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331720"/>
            <a:ext cx="459943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CFDC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"Sometimes a coin gives 2</a:t>
            </a:r>
            <a:endParaRPr lang="en-US" sz="11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CFDC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points instead of 1. The</a:t>
            </a:r>
            <a:endParaRPr lang="en-US" sz="11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CFDC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counter can show 9/8 after</a:t>
            </a:r>
            <a:endParaRPr lang="en-US" sz="11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CFDC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collecting everything.</a:t>
            </a:r>
            <a:endParaRPr lang="en-US" sz="11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CFDC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No console errors."</a:t>
            </a:r>
            <a:endParaRPr lang="en-US" sz="1150" dirty="0"/>
          </a:p>
          <a:p>
            <a:pPr indent="0" marL="0">
              <a:spcAft>
                <a:spcPts val="700"/>
              </a:spcAft>
              <a:buNone/>
            </a:pPr>
            <a:endParaRPr lang="en-US" sz="11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CFDC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 QA, on device, intermittent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İz A: Coin Rush Laboratuvarı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EX07 – EX08 · 14:45 – 14:55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Araç yazın, sonra yalnız uçun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294376" cy="2286000"/>
          </a:xfrm>
          <a:prstGeom prst="roundRect">
            <a:avLst>
              <a:gd name="adj" fmla="val 3600"/>
            </a:avLst>
          </a:prstGeom>
          <a:solidFill>
            <a:srgbClr val="F4F2EE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920240"/>
            <a:ext cx="457200" cy="457200"/>
          </a:xfrm>
          <a:prstGeom prst="ellipse">
            <a:avLst/>
          </a:prstGeom>
          <a:solidFill>
            <a:srgbClr val="16324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2039112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892808"/>
            <a:ext cx="4288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Ex07 — workshop_validate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532888"/>
            <a:ext cx="483717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Kendi CLI komutunuz: sahneyi denetleyen bir seviye doğrulayıcı. [CliCommand] özniteliğiyle kaydediliyor; unity command listesinde görünüyor. Sabotaj testi: oyuncuyu x=50'ye taşıyın, komut kırmızı yansın.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254496" y="1691640"/>
            <a:ext cx="5294376" cy="2286000"/>
          </a:xfrm>
          <a:prstGeom prst="roundRect">
            <a:avLst>
              <a:gd name="adj" fmla="val 3600"/>
            </a:avLst>
          </a:prstGeom>
          <a:solidFill>
            <a:srgbClr val="F4F2EE"/>
          </a:solidFill>
          <a:ln/>
        </p:spPr>
      </p:sp>
      <p:sp>
        <p:nvSpPr>
          <p:cNvPr id="10" name="Shape 7"/>
          <p:cNvSpPr/>
          <p:nvPr/>
        </p:nvSpPr>
        <p:spPr>
          <a:xfrm>
            <a:off x="6483096" y="1920240"/>
            <a:ext cx="457200" cy="457200"/>
          </a:xfrm>
          <a:prstGeom prst="ellipse">
            <a:avLst/>
          </a:prstGeom>
          <a:solidFill>
            <a:srgbClr val="16324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1968" y="2039112"/>
            <a:ext cx="219456" cy="21945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077456" y="1892808"/>
            <a:ext cx="4288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Ex08 — FEAT-77, şablon yok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6483096" y="2532888"/>
            <a:ext cx="483717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Bugün yalnızca brifing: kabul kriterleri sizde (mıknatıs, 5 saniye, yarıçap ~4) — bu alıştırmayı atölye sonrası yalnız başınıza tamamlayın. Doğrulayıcınız yeşil kalmalı.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İz A: Coin Rush Laboratuvarı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EX09 · GÖSTERİM · 14:55 – 15:00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Terminalden iOS build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Canlı editör asenkron build alır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4884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İkinci bir Unity açılmıyor: build komutu çalışan editöre gidiyor, build_status ile izliyorsunuz</a:t>
            </a:r>
            <a:endParaRPr lang="en-US" sz="1300" dirty="0"/>
          </a:p>
          <a:p>
            <a:pPr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Aynı işin CI hâli: kapalı projede unity build + servis hesabı — sabahki hikâyenin pratiği</a:t>
            </a:r>
            <a:endParaRPr lang="en-US" sz="1300" dirty="0"/>
          </a:p>
          <a:p>
            <a:pPr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İlk iOS dışa aktarımı birkaç dakika sürer; bu sürede BuildReport'u okuyoruz</a:t>
            </a:r>
            <a:endParaRPr lang="en-US" sz="1300" dirty="0"/>
          </a:p>
          <a:p>
            <a:pPr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Xcode imzalama adımında hata bugün sorun değil: alıştırma boru hattıdır, provizyon profili değil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1737360"/>
            <a:ext cx="5148072" cy="4480560"/>
          </a:xfrm>
          <a:prstGeom prst="roundRect">
            <a:avLst>
              <a:gd name="adj" fmla="val 2041"/>
            </a:avLst>
          </a:prstGeom>
          <a:solidFill>
            <a:srgbClr val="1632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675120" y="1938528"/>
            <a:ext cx="4599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KOMUTLAR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331720"/>
            <a:ext cx="459943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CFDC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unity command build \</a:t>
            </a:r>
            <a:endParaRPr lang="en-US" sz="11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CFDC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--target iOS \</a:t>
            </a:r>
            <a:endParaRPr lang="en-US" sz="11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CFDC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--outputPath Builds/iOS-Ex09 \</a:t>
            </a:r>
            <a:endParaRPr lang="en-US" sz="11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CFDC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--scenes .../Ex09_Start.unity</a:t>
            </a:r>
            <a:endParaRPr lang="en-US" sz="11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CFDC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unity command build_status</a:t>
            </a:r>
            <a:endParaRPr lang="en-US" sz="11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CFDC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completed · BuildReport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İz A: Coin Rush Laboratuvarı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OYUNUN KURALLARI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Gün boyu geçerli üç kural + kapanış çıktısı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09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707" y="1833555"/>
            <a:ext cx="228234" cy="22823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664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 sınırları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956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Ajan yalnızca çalıştığınız alıştırma klasörüne dokunur; Start sahneleri ve _Shared asla değişmez. Plan bu sınırı aşıyorsa reddedin.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" y="2852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707" y="2976555"/>
            <a:ext cx="228234" cy="22823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25880" y="2807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Kanıtsız iş bitmez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325880" y="3099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 alıştırmanın 'Verify' bölümü terminalden çalışır: eval çıktısı, komut sonucu veya play modu kanıtı olmadan tamamlandı saymıyoruz.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40080" y="3995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707" y="4119555"/>
            <a:ext cx="228234" cy="22823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25880" y="3950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Takılınca sıra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325880" y="4242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Önce alıştırma README'si, sonra bir sonraki klasördeki çözüm, sonra eğitmen. Kaçırdıysanız: sıradaki Start sahnesini açın, yetiştiniz.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40080" y="5138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707" y="5262555"/>
            <a:ext cx="228234" cy="22823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25880" y="5093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Kapanışa çıktı (16:40)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1325880" y="5385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Bir hata→düzeltme döngüsü kanıtı + workshop_validate komutunuz; iOS build raporu gösterimden. T3 gözleminizi metrik şablonuna yazın.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İz A: Coin Rush Laboratuvarı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2026-08-27T21:14:02Z</dcterms:created>
  <dcterms:modified xsi:type="dcterms:W3CDTF">2026-08-27T21:14:02Z</dcterms:modified>
</cp:coreProperties>
</file>