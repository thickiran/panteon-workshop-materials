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common mistake: the agent hides the symptom by adding a 'collected' flag. Stop any student who skips the root-cause proof and point them to 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· 13:30 – 16:45 · ENGINEERING + DEVOPS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 Rush: Unity CLI Game Lab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mobile mini game in 9 exercises, side by side with the agent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 · August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Coin Rush Lab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GAME YOU BUILD TODAY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 Rush — a mini mobile game with real assets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robot character roams the arena collecting 8 coins — without getting caught by the patrolling mine.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Score, win/lose screens, a magnet power-up and an iOS build — all today, all from the terminal.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comes from Polyfork; every asset's provenance is recorded in _Shared/Art/SOURCES.md — the provenance principle from this morning, applied.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exercise: 5 min instructor demo + 5–10 min your turn + verification from the terminal.</a:t>
            </a:r>
            <a:endParaRPr lang="en-US" sz="1300" dirty="0"/>
          </a:p>
        </p:txBody>
      </p:sp>
      <p:pic>
        <p:nvPicPr>
          <p:cNvPr id="5" name="Image 0" descr="/private/tmp/claude-501/-Users-tolgayhickiran-PanteonAI/67bd7479-34bf-42f9-b81d-2e68aa741421/scratchpad/coinrush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83080"/>
            <a:ext cx="5623560" cy="31638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504748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end state: workshop_validate PASS · the game is won with 8/8 coins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Coin Rush Lab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exercises, one game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920240"/>
                <a:gridCol w="3017520"/>
                <a:gridCol w="53309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build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taught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SceneSetup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 + player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 status · command discovery · creating objects with eval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Movement script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Having the agent write code in plan mode · the CLAUDE.md contract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Coins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Coin prefab + ring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Prefab workflow · live scene queries with eval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 UI + win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Coordinated multi-file change from a single request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Hazard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Mine patrol + lose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Iterating on behavior with follow-up prompts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BugHunt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BUG-201 fix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Reproduce · prove the root cause · fix · prove it again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CliCommand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workshop_validate command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Opening a studio tool to the CLI and to agents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Magnet power-up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flight: from ticket to verified feature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MobileBuild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iOS build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Async build from the live editor · the road to CI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Timing: 15 min environment check + 9 × 15 min exercises + 15 min break ≈ 180 minutes.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Coin Rush Lab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FALLS BEHIND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sync-point model: if you miss one, open the next and catch 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sync rule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start of every exercise EVERYONE opens that exercise's Start scene — whether you finished or fell behind, you begin from the same point. Nobody restores anything.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folders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Assets/Workshop/ExNN folder carries a Start scene equal to the finished state of the previous exercise; the solutions are therefore always at hand.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Conflict-free copies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folder's scripts compile in their own assembly (Workshop.Ex05, Workshop.Ex06…). Ten snapshots of the same game live side by side in one project.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disaster button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machine breaks, WorkshopBuilder regenerates all scenes and prefabs: Workshop &gt; Build All Checkpoints.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Coin Rush Lab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 · 13:45 – 14:30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Ex01 – Ex03: from CLI to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Ex01 — Meeting the CLI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status, the command list; you create the ground and the player from the terminal with eval. No mouse.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Ex02 — The agent writes the first script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PlayerController in plan mode: no file is written until you approve the plan; the result is tested in play mode.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Ex03 — Coins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the agent build the coin prefab and the ring of 8, then count the remaining coins from the terminal with eval — the core muscle of bug hunting.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Coin Rush Lab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 · 14:30 – 15:00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Ex04 – Ex05: features and iteration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Ex04 — Score and winning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request, four moving parts: ScoreManager, GameManager, the CoinPickup change and UI — a rehearsal of multi-file work with the agent.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Ex05 — The mine and losing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prompt is not the final behavior: you change speed and route with follow-up prompts. Iteration is cheap; demanding perfection up front is not.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15:00 – 15:15 break — afterwards the scenes open with a QA report.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Coin Rush Lab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EX06 · 15:15 – 15:30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hunt: the rule — no fix until the root cause is proven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morning's loop, now in your hands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Ex06 scene ships with a real QA report: some coins award 2 points; the counter can show 9/8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agent tries to patch the symptom (cap the score, add a cooldown) REJECT the plan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Proof: two trigger colliders on the coin prefab — eval says 2, it should be 1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fix + verification with the same proof: a full run ends at 8/8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148072" cy="4480560"/>
          </a:xfrm>
          <a:prstGeom prst="roundRect">
            <a:avLst>
              <a:gd name="adj" fmla="val 2041"/>
            </a:avLst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93852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BUG-201 · QA REPORT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"Sometimes a coin gives 2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points instead of 1. The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counter can show 9/8 after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collecting everything.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console errors."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QA, on device, intermittent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Coin Rush Lab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EX07 – EX08 · 15:30 – 16:00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tool, then fly solo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94376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Ex07 — workshop_validate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4837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CLI command: a level validator that audits the scene. Registered with the [CliCommand] attribute; it shows up in the unity command list. Sabotage test: move the player to x=50 and the command must turn red.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54496" y="1691640"/>
            <a:ext cx="5294376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6483096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77456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Ex08 — FEAT-77, no template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83096" y="2532888"/>
            <a:ext cx="4837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 only: a magnet power-up, 5 seconds, radius ~4. You write the prompt, you challenge the plan, you demand the proof. Your validator must stay green.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Coin Rush Lab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EX09 · 16:00 – 16:30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build from the terminal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editor builds asynchronously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second Unity opens: the build command goes to the running editor, and you follow it with build_status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 version of the same job: unity build on a closed project + a service account — this morning's story, practiced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iOS export takes a few minutes; we read the BuildReport while it runs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error at the Xcode signing step is fine today: the exercise is the pipeline, not the provisioning profile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148072" cy="4480560"/>
          </a:xfrm>
          <a:prstGeom prst="roundRect">
            <a:avLst>
              <a:gd name="adj" fmla="val 2041"/>
            </a:avLst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93852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unity command build \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--target iOS \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--outputPath Builds/iOS-Ex09 \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--scenes .../Ex09_Start.unity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unity command build_status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completed · BuildReport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Coin Rush Lab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OF THE GAME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rules for the whole day + the closing deliverable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boundaries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touches only the exercise folder you are working in; Start scenes and _Shared never change. If a plan crosses that line, reject it.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proof, no done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exercise's 'Verify' section runs from the terminal: without eval output, a command result or play-mode proof, it does not count as complete.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stuck, in this order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the exercise README, then the solution in the next folder, then the instructor. Missed one? Open the next Start scene — you are caught up.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for the closing (16:40)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bug→fix loop with proof + your workshop_validate command + the iOS build report. Write your T3 observation into the metrics template.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Track A: Coin Rush Lab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2026-08-27T21:14:02Z</dcterms:created>
  <dcterms:modified xsi:type="dcterms:W3CDTF">2026-08-27T21:14:02Z</dcterms:modified>
</cp:coreProperties>
</file>