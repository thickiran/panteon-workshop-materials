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everyone that questions go to the closing session; the morning schedule is tight. Switch to the Quick Tour deck at 10:00.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ONE-DAY WORKSHOP · 09:30 – 10:00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Game Development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— Foundations and the Art Approval Process (Module 1)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 · August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Opening: Foundations and the Art Approval Process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SCHEDULE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modules in one day — weighted toward 5 · 6 · 7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858000"/>
                <a:gridCol w="2039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09:30 – 10:00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Opening: Foundations and the Art Approval Process (Module 1)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teams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10:00 – 10:45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Quick Tour: Claude Code · JetBrains · Unity AI (Modules 2-3-4)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teams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11:00 – 12:30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Unity CLI and Pipeline — live demo (Module 5)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teams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13:30 – 16:45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A: Coin Rush — Unity CLI game lab (Module 5)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Engineering + DevOps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13:30 – 16:45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B: 2D Art and 3D Model pipelines (Modules 6-7)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 + Tech Art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16:45 – 17:30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Closing: End-to-end flow and the 90-day plan (Module 8)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teams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your feedback, Modules 5, 6 and 7 make up roughly two thirds of the day; the other modules are kept as summaries.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Opening: Foundations and the Art Approval Process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“AI” is not one thing: four tool groups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94376" cy="1874520"/>
          </a:xfrm>
          <a:prstGeom prst="roundRect">
            <a:avLst>
              <a:gd name="adj" fmla="val 439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agents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4837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Codex, Gemini CLI. Does multi-file work across the codebase; runs from the terminal. Today: Modules 2 and 5.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54496" y="1691640"/>
            <a:ext cx="5294376" cy="1874520"/>
          </a:xfrm>
          <a:prstGeom prst="roundRect">
            <a:avLst>
              <a:gd name="adj" fmla="val 439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6483096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77456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In-editor tools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483096" y="2532888"/>
            <a:ext cx="4837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Assistant, JetBrains AI. Knows the project's context; handles small, repetitive jobs without leaving the editor. Today: Modules 3 and 4.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294376" cy="1874520"/>
          </a:xfrm>
          <a:prstGeom prst="roundRect">
            <a:avLst>
              <a:gd name="adj" fmla="val 439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1148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2336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08736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/ model generation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727448"/>
            <a:ext cx="4837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Scenario, Midjourney, Tripo, Meshy. Produces 2D and 3D content; nothing ships into the game without art approval. Today: Modules 6 and 7.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54496" y="3886200"/>
            <a:ext cx="5294376" cy="1874520"/>
          </a:xfrm>
          <a:prstGeom prst="roundRect">
            <a:avLst>
              <a:gd name="adj" fmla="val 4390"/>
            </a:avLst>
          </a:prstGeom>
          <a:solidFill>
            <a:srgbClr val="F4F2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483096" y="41148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23367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77456" y="408736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In-game models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6483096" y="4727448"/>
            <a:ext cx="4837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Inference Engine. On-device personalization, dynamic difficulty. A game feature, not a production tool.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943600"/>
            <a:ext cx="10908792" cy="502920"/>
          </a:xfrm>
          <a:prstGeom prst="roundRect">
            <a:avLst>
              <a:gd name="adj" fmla="val 14545"/>
            </a:avLst>
          </a:prstGeom>
          <a:solidFill>
            <a:srgbClr val="F1EADB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868680" y="594360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group carries different risk, cost and approval needs — which is why we write per-group rules instead of a single “AI policy”.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Opening: Foundations and the Art Approval Process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“Tools do the producing; people make the final call.”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approval gate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generated image and model passes through the art director's formal approval gate.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agent-authored change merges to the main branch without review.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record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all generated content: which tool, which model, which prompt — kept on record (provenance).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Opening: Foundations and the Art Approval Process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APPROVAL PROCESS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approval gate becomes a formal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is produced with approved tools, using studio style models and prompt libraries.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record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Tool, model version and prompt details are written into the content provenance record.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consistency, copyright-similarity screening and technical requirements go through the checklist.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director decision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or a reasoned rejection; rejection reasons feed the prompt library and style models.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fill in v1 of this flow's checklist together in Track B this afternoon.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Opening: Foundations and the Art Approval Process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and store policies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licenses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has different commercial-use terms; which tool may be used for which purpose is listed explicitly in the usage policy.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and Google policies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stores' rules on generated content and intellectual property are tracked; risky content is filtered out at the approval gate.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Copyright-similarity screening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images are checked for similarity to known works and competitor game assets.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provenance tracking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asset is questioned, which tool and which input produced it must be shown within minutes.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Opening: Foundations and the Art Approval Process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record today, we compare in 90 days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development time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time from idea to merged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47288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30168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production time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time from request to approved asset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37376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resolution time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from report to verified fix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61704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44584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244584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rejection rate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90304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generated content that fails approval on the first pass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48640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baseline metrics template is being handed out now — team leads fill in current values at the end of the day.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Opening: Foundations and the Art Approval Process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expect from today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6576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Engineering: you will have built the Coin Rush mini game end to end with Claude Code and Unity CLI, all the way to an iOS build.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Art: you will have run the 2D and 3D production pipeline with your own hands and carried an asset all the way into Unity.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us: together we will pin down the first steps of the 90-day rollout plan.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Opening: Foundations and the Art Approval Process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2026-08-27T21:14:02Z</dcterms:created>
  <dcterms:modified xsi:type="dcterms:W3CDTF">2026-08-27T21:14:02Z</dcterms:modified>
</cp:coreProperties>
</file>