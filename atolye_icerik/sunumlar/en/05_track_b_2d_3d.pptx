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Scenario accounts must be opened in advance. Backup: a pre-generated image set (anyone without Scenario access does the cleanup + approval steps with this set).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risk: if the Meshy texture/rig step runs long, skip the rig and settle for the texture. A ready-made raw mesh set is on standby for access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 · 15:15 – 16:45 · ART + TECH ART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Art and 3D Model Production Pipelines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concept to art approval, within mobile budgets — Modules 6 and 7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Panteon Games — Codeo · August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B: 2D Art and 3D Model Production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· 2D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mobile studio, 2D production speed is live-ops speed.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calendar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 content and event art are the pipeline's most frequently requested output.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consistency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must come without compromising the studio's approved art style — otherwise the approval gate pays the cost.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 creatives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visuals are produced from the same style models; one pipeline, two outputs.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B: 2D Art and 3D Model Production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· TOOL 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tool, at which stage — and the license terms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754880"/>
                <a:gridCol w="34107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License note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center of production: custom models trained on the Panteon style, batch generation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 plan; production output cleared for commercial use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Midjourney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Concept and idea exploration only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Commercial rights depend on plan terms; never enters the production pipeline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Concept + fast variations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License varies by model version; recording is mandatory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Recraft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 / UI concepts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Commercial plan required; in production only within the approved flow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 output from general-purpose tools never goes straight into the game — it feeds concepts; production happens on the Scenario pipeline.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B: 2D Art and 3D Model Production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· STYLE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style models: the studio's signature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the Panteon style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models trained on the approved asset set; each game's style is managed as its own model.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Versioning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model updates are versioned; which asset was produced with which model version is on record.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libraries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that work are studio assets: shared, maintained, versioned libraries.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38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526255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093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drift monitoring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385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Rejection reasons and examples are fed back into the model; drift is caught early.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B: 2D Art and 3D Model Production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· WORKFLOWS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production and cleanup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production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event/season package in a single flow: variations, UI visuals, localization variants.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511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Cleanup tools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163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Upscaling, background removal, cropping — through the standard tool chain.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655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Sprite sheet preparation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307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 headed into the game are packaged to the technical spec.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99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for approval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6451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 through the checklist together with the provenance record and presented to the art director.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B: 2D Art and 3D Model Production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 · 15:30 – 16:00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2D: generate » clean up » submit for approval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style model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an event visual with the sample studio style model (3 variations).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05456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05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46888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variants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734056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 size and localization variants from the variation you picked.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0098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Cleanup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566160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Upscale + background + crop; export a sprite sheet.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169664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169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13308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398264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consistency, copyright screening, technical spec — fill in the list, attach the provenance record.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001768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001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96519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rehearsal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230368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approve/reject what your neighbor produced: write a reasoned decision.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3D part begins at 16:00; Lab 2 at 16:15.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B: 2D Art and 3D Model Production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· 3D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3D generation speeds up the front of the pipeline — it does not produce game-ready models in one click.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output is deceptive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Visually impressive; usually far over the polygon budget.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mobile budget is the baseline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Polygon/texture budgets for the target devices stay on the table, in a printed sheet.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Cleanup is a mandatory stage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Retopology, LODs, UVs, draw calls — cannot be skipped; it has a standard procedure.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B: 2D Art and 3D Model Production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· TOOL ROLES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tools, three roles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391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92808"/>
            <a:ext cx="2417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Tripo — the fast loop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532888"/>
            <a:ext cx="2965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base mesh in seconds, quad retopology. The tool for the generate-evaluate-regenerate loop; fastest at the idea stage.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169164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20391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05984" y="1892808"/>
            <a:ext cx="2417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Meshy — the widest flow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2532888"/>
            <a:ext cx="2965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longest chain in one tool: mesh to PBR texture, auto-rig to animation and Unity export.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169164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203911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48928" y="1892808"/>
            <a:ext cx="2417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Rodin — high detail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2532888"/>
            <a:ext cx="2965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surface detail for hero assets; expensive, used selectively.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5943600"/>
            <a:ext cx="10908792" cy="502920"/>
          </a:xfrm>
          <a:prstGeom prst="roundRect">
            <a:avLst>
              <a:gd name="adj" fmla="val 14545"/>
            </a:avLst>
          </a:prstGeom>
          <a:solidFill>
            <a:srgbClr val="F1EADB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68680" y="5943600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choice follows the asset's role — not habit.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B: 2D Art and 3D Model Production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· BUDGETS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polygon / texture budget (starting table)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560320"/>
                <a:gridCol w="2560320"/>
                <a:gridCol w="24963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 class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Triangle budget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character / hero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15–30k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2×2048 PBR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levels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unit / NPC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3–8k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2–3 levels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Scene prop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0.5–3k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512–1024 atlas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levels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Background / decor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atlas share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1–2 levels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values are starting suggestions; in Track B they are calibrated together against Panteon's real projects and go into the playbook.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B: 2D Art and 3D Model Production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· PROCEDURE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mandatory cleanup stage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Retopology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raw mesh is brought down to budget; edge flow is corrected in deformation areas.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511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LOD generation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163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LOD chain per asset class; transition distances are tested in the project.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655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 and texture check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307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 layout, texture resolution and atlas usage are held to the spec.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99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call impact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6451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count and batching impact are measured; an asset over budget goes back.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3309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330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2943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Round-trip test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5595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export format is tested against Panteon's real Unity project settings.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B: 2D Art and 3D Model Production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→ 7 BRIDGE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approved 2D concept to image-to-3D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concept is approved first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production starts from a 2D concept the art team has approved — no surprise styles.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Image-to-3D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approved concept image becomes the input to Tripo/Meshy; the output enters the cleanup procedure.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+ technical budget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3D approval process is the same as 2D; technical budget compliance is added to the checklist.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B: 2D Art and 3D Model Production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 · 16:15 – 16:45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3D: generate » clean up » bring into Unity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concept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one of the 2D concepts approved in Lab 1.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05456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05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46888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image-to-3D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734056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quick attempts with Tripo; carry the best one into the Meshy flow (texture + rig).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0098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Cleanup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566160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Retopology and LODs; check the triangle count against the budget table.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169664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169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13308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into Unity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398264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into the sample project; run the material and scale round-trip test.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001768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001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96519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for approval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230368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rehearsal with the checklist + proof of technical budget compliance.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for the closing: a cleaned-up 3D asset standing in a Unity scene + completed checklists.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B: 2D Art and 3D Model Production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2026-08-27T21:14:02Z</dcterms:created>
  <dcterms:modified xsi:type="dcterms:W3CDTF">2026-08-27T21:14:02Z</dcterms:modified>
</cp:coreProperties>
</file>