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the demo: Ex06_Start scene open in the Coin Rush project, editor connected. Backup: recorded screen video. Take 5 minutes of questions after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11:00 – 12:30 · MODULE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and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from the terminal and safe editor access — for everyone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2026: Unity CLI became the official way for agents to work with Unity.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support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Unity's own recommended tool has replaced community MCP servers; version compatibility and support are guaranteed.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setups migrate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MCP setups migrate gradually via the MCP compatibility mode — nothing breaks overnight.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speed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Shortening the path from bug report to verified fix is operational speed, directly.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unity command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CLI: editor installs, modules, projects and authentication managed from the terminal. The same tool on CI machines.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a running editor session with scripts and agents: scene operations, asset imports, triggering builds.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live C# inside the editor without waiting for a compile: query, verify, try small fixes instantly.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package is still experimental — we define the production-readiness criteria at the end of this session.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agent drive the editor?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takes the task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plain-text bug report or job description; the standards and boundaries in CLAUDE.md apply.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through Unity CLI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Reaches the running editor session via com.unity.pipeline; queries project state.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with eval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Reproduces the bug and tests its hypothesis with live C# — without waiting on a compile loop.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fix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change is made on a branch; run and verified in the editor.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goes to review together with test output. The merge decision belongs to a human.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30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bug report to verified fix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QA report in the Coin Rush project — BUG-201: some coins award 2 points, the counter can show 9/8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the report, scans the scene, forms a hypothesis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via eval: two trigger colliders on the coin prefab — the count is 2, it should be 1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fix + verification by playing: a full run ends at exactly 8/8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 in Track A you will run this loop yourself, in the same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review the BUG-201 report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collider count → 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root cause proven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fix + full run: 8/8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branch: fix/BUG-201 ready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opening studio tools to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tools become commands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Panteon's own editor tools and asset pipelines become callable from the terminal by marking them with the [CliCommand] attribute.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uses them directly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performs studio-specific operations (asset import standards, scene validation) with your tools — it does not reinvent them.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door for CI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commands are used in nightly builds and automated checks; one maintenance point.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Track A you will write a real level validator called workshop_validate; think about real studio candidates over lunch.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permissions: boundaries drawn up front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boundaries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write only to working branches; main and release branches are protected.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scope is limited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C# execution only in the development environment and within a defined scope; it cannot touch production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Service-account authentication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builds run under narrow-scope service accounts, not personal accounts.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 activity is tracked in a single audit log through JetBrains Central.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 for moving from experimental to production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package stability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critical failures in the sample project for 2 weeks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and eval boundaries written down and enforced in Central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Rollback plan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to the old flow via MCP compatibility mode has been tested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proficiency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engineer has completed the lab loop at least once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bug-resolution-time metric (T3) is collected regularly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table goes into the playbook; nothing becomes mandatory on real projects until the criteria are met.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AFTERNOON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tracks at 13:30: engineering runs this flow themselves, art builds the production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Coin Rush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mini game with Unity CLI in 9 exercises: from code to an iOS build. Lab guide will be handed 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2D/3D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style models, Tripo/Meshy/Rodin and the mandatory cleanup stage. Lab guide will be handed out.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Closing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outputs of both tracks meet in a single end-to-end flow.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and Pipeline (Joint Session)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