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projede ex06-start checkout'lu ikinci klon kullan; ana makinede main kalsın. Takası elle oynayarak yap — seyirci oyunu görsün.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İLERİ ATÖLYE · 10:00 – 12:30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Yabancı Kod Tabanında Ajan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arkeolojisi, ajan sözleşmesi ve git senkron noktaları — sonra tam döngü canlı demo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1 · KOD ARKEOLOJİSİ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mükemmel bir rehber — ve kendinden emin bir yalancıdır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Haritalat, sonra doğrula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istem kod yazdırmaz: mimariyi çıkarttırır. Her iddia dosya yolu göstermek zorunda; iki iddiayı kaynaktan kendiniz doğrularsınız.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Sorularla kaz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"Match tespiti nerede?" — cevabı okuyun, sonra o dosyayı açın. Yanlış atıf bulursanız ajana düzelttirin; harita güncel kalır.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Çıktı bir belge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 ARCHITECTURE.md olarak yazılır — bir sonraki oturumun, yeni ekip üyesinin ve ajan sözleşmesinin temeli.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2 · SÖZLEŞME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Yazmadığınız kod için CLAUDE.md yazmak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Korunan alanlar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ayarları, sahne YAML'ları, Settings — ajanın plan aşamasında reddedilmesi gereken yerler baştan yazılır.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işin adresi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mantığı nereye, seviye verisi nereye, booster nereye — keşiften türetilen kurallar. Board.cs 'taşıyıcı duvardır' cümlesi bir kuraldır.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Doğrulama ritüeli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 derleme + eval kanıtı + play modu testi. Sözleşmeye yazılırsa her ajan oturumu aynı ritüeli uygular.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Ex01 ve Ex02 tam olarak budur: önce harita, sonra sözleşme.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3 · SENKRON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checkpoint'leri: kaçıran tek komutla yetişir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start branch'i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ex01-start … ex09-start + complete: her biri bir önceki alıştırmanın bitmiş hâli. Sıradaki dal, bir öncekinin çözümüdür.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./catchup.sh ex05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Çalışmanız otomatik stash'lenir, hedef checkpoint'e geçilir, açık editör CLI üzerinden tazelenir. Tek komut.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 her an açık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ex06-start..ex07-start = BUG-312'nin kanonik düzeltmesi. Kopya çekmek serbest — bu gerçek hayatta 'code review okumak' demek.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 · 11:00 – 12:30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BUG-312: keşiften kanıtlı düzeltmeye, yabancı kodda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 — gerçek bir canlı oyun şikâyeti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"Oyuncular hamlelerini çok hızlı tüketiyor; sayaç 'hiçbir şey olmadan' düşüyor" — video: geri dönen takas, sayaç yine azalıyor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önce LevelData.Moved()'un TÜM çağrı yerlerini buluyor; Board.TickSwap'ın takas akışını anlatıyor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Kanıt: play modunda eval — başarısız takas öncesi/sonrası RemainingMove: 20 → 19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satırlık minimal düzeltme; aynı kanıt: 20 → 20. Başarılı takas hâlâ 1 hamle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bu döngü Ex06'da sizin: aynı oyun, aynı kanıt standardı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KANIT AKIŞI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eval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'Match3.LevelData.Instance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.RemainingMove' → 20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(başarısız takas yapılır)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19   ← HATA KANITI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1 satır silinir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20   ← DÜZELTME KANITI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