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WORKSHOP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 Real Codebase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advanced workshop — this time not from scratch, but inside a living game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Opening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CAME FROM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since the first workshop: let's look at the metrics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against the baseline recorded in the first workshop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production time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approved asset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time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 to verified fix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rejection rate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approval on the first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filled in from the table the team champions bring at the start of the session — this slide is for live discussion.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Opening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DIFFERENT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wrote Coin Rush from scratch. Today you work inside 4,800 lines you did not write.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the agent map a foreign codebase — and verifying its claims.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someone else's system without breaking it: data, features, content.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has not changed: no fix until the root cause is proven, and no proof means not done.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Opening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GAME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Match — Unity's official match-3 sample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slice of real production quality: board logic, boosters, a shop, 3 levels, a 2D lighting and VFX showcase.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~4,800 lines of C#, 34 scripts — graspable but real. The closest scale to Panteon's daily work.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to your account from the Asset Store; source records and provenance are complete, as in the first workshop.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track extends the game and hunts bugs; the art track reskins the same game in the studio style.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workshop project, running in a CLI-connected editor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Opening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advanced workshop — one day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Opening: the 90-day review + meeting Gem Hunter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agent in a foreign codebase: techniques + git checkpoints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demo: BUG-312 — from discovery to a proven fix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A: Gem Hunter engineering lab (9 exercises)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B: Reskinning Gem Hunter in the studio style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 + Tech 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Closing: the combined game, metrics, next steps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Opening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