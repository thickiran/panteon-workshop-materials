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· 13:30 – 16:45 · ENGINEERING + DEVOPS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Gem Hunter Lab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exercises: understand » extend » hunt bugs » ship — in foreign code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Advanced Workshop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exercises, one living game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3291840"/>
                <a:gridCol w="4873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Exercise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taught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 ARCHITECTURE.md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archaeology; verifying the agent's claims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the real CLAUDE.md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Turning discovery into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Level 2 harder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Data-driven change; eval on the live board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ComboCounter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 combo counter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 and using existing hooks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NewGem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7th gem: Amethyst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Extending someone else's system correctly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BugHunt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 BUG-312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Root-cause proof in foreign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LevelLint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level_lint command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studio tool for the content pipeline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CrossBomb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FEAT-88, no template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ticket to proven feature, solo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iOS build from the terminal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 the build preprocessor; the road to CI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rhythm is the same: 5 min demo + 5–10 min your turn + verification from the terminal. Details in the Workshop/Ex0N_*.md files (in English).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GAME AFTER EX05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seventh gem on the board: Amethyst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purple pearl — GemType 6 — registered into Level 1's gem mix through the CLI; not a single line of C# changed.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exercise's scene also carries BUG-312: the counter drops even on a bounced-back swap.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uses the same command: eval 'Match3.LevelData.Instance.RemainingMove'.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ghm_amethy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ex06-start checkpoint: purple Amethysts on the board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 · 13:45 – 14:45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– Ex04: understand, then the first touch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— Recon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maps the architecture into ARCHITECTURE.md; you verify two claims against the source. A wrong attribution = make it correct itself.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Ex02 — Contract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stub CLAUDE.md becomes a real contract. The test: ask a fresh agent session 'what are you not allowed to touch?'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Ex03 — LevelData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2: MaxMove 20→16, chest goal 6→11 — in scene data, through the CLI, without opening YAML by hand.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Ex04 — ComboCounter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ComboTracker that subscribes to LevelData's existing delegates: the acceptable plan is the one that invents no new plumbing.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 · 14:45 – 16:30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– Ex09: extend, hunt, 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— Amethyst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prefab, GemType 6, purple tint, add to Level 1's mix. Zero C# changes is the goal itself.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688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Ex06 — BUG-312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34056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morning's demo, at your keyboard. A symptom-patch plan gets REJECTED; the eval proof shows 20→19, the fix shows 20→20.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009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Ex07 — level_lint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 command that audits the open scene; with a sabotage test you turn it red and back to green.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330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Ex08 — FEAT-88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98264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 with no template: Cross Bomb, clears row+column. The SmallBomb pattern shows the way; proof: 13+1 gems in one match.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65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Ex09 — iOS build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command build + build_status; you read from the source how LevelList's build preprocessor fills the scene list.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 – 15:15 break. Fell behind? ./catchup.sh exNN — one command, full sync.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DELIVERABLE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force all day — and what carries into the closing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is your contract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CLAUDE.md you write in Ex02 governs your agent for the rest of the day — reject any plan that crosses its lines.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proof, no done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exercise's Verify section runs from the terminal; a 'done' without eval output is not done.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= the next branch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stuck: README → git diff exNN..exNN+1 → instructor. Missed one: ./catchup.sh.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for the closing (16:40)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BUG-312 proof pair + your level_lint command + the Cross Bomb video/demo + the build report. T1/T3 observations go into the metrics table.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