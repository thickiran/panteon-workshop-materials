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demo use a second clone with ex06-start checked out; keep main on the primary machine. Do the swap by playing manually — the audience should see the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WORKSHOP · 10:00 – 12:30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in a Foreign Codebase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archaeology, the agent contract and git sync points — then a full-loop live demo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 · Advanced Workshop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Workshop: The Agent in a Foreign Codebase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1 · CODE ARCHAEOLOGY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is a superb guide — and a confident liar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first, then verify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prompt writes no code: it extracts the architecture. Every claim must cite a file path; you verify two claims against the source yourself.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 with questions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"Where is match detection?" — read the answer, then open that file. If you find a wrong attribution, make the agent correct it; the map stays current.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is a document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discovery is written up as ARCHITECTURE.md — the foundation for the next session, the next new hire, and the agent contract.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Workshop: The Agent in a Foreign Codebase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2 · THE CONTRACT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CLAUDE.md for code you did not write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areas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settings, scene YAML, Settings — the places where the agent must be rejected at the plan stage are written down up front.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address for every job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game logic goes, where level data goes, where boosters go — rules derived from the discovery. The sentence 'Board.cs is a load-bearing wall' is a rule.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verification ritual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compile + eval proof + play-mode test. Written into the contract, every agent session runs the same ritual.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80644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1EAD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68680" y="5806440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afternoon, Ex01 and Ex02 are exactly this: first the map, then the contract.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Workshop: The Agent in a Foreign Codebase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3 · SYNC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checkpoints: whoever falls behind catches up with one command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start branch for every exercise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ex01-start … ex09-start + complete: each one is the finished state of the previous exercise. The next branch is the previous one's solution.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./catchup.sh ex05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 is auto-stashed, the target checkpoint is checked out, and the open editor is refreshed through the CLI. One command.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is always open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 ex06-start..ex07-start = the canonical fix for BUG-312. Copying is allowed — in real life this is called 'reading the code review'.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Workshop: The Agent in a Foreign Codebase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· 11:00 – 12:30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BUG-312: from discovery to a proven fix, in foreign code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scenario — a real live-game complaint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"Players burn through their moves too fast; the counter drops 'with nothing happening'" — video: a swap bounces back, the counter still goes down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first finds ALL call sites of LevelData.Moved(); it explains Board.TickSwap's swap flow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eval in play mode — before/after a failed swap RemainingMove: 20 → 19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one-line minimal fix; the same proof: 20 → 20. A successful swap still costs 1 move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afternoon this loop is yours in Ex06: same game, same standard of proof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48072" cy="4480560"/>
          </a:xfrm>
          <a:prstGeom prst="roundRect">
            <a:avLst>
              <a:gd name="adj" fmla="val 204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3852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FLOW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unity command eval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'Match3.LevelData.Instance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.RemainingMove' → 20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failed swap is made)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19   ← BUG PROOF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1 line removed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20   ← FIX PROOF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Workshop: The Agent in a Foreign Codebase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