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8745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5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B · 13:30 – 16:45 · ART + TECH ART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2860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Reskinning Gem Hunter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88620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FDC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workshop's 2D pipeline, on top of a real game: generate » clean up » swap » light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Panteon Games — Codeo · Advanced Workshop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 Track B: The Reskin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GAME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i="1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 Hunter is Unity's 2D lighting and VFX showcase — your reskin lives with the scene lighting, not just the sprites.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40050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gems + UI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surface to replace is clear: gem sprites, HUD icons, the background.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3024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0" name="Shape 7"/>
          <p:cNvSpPr/>
          <p:nvPr/>
        </p:nvSpPr>
        <p:spPr>
          <a:xfrm>
            <a:off x="4611624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496" y="40050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1624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Lights + VFX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1624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lights, normal maps, match effects — tuned to your studio style.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25968" y="3657600"/>
            <a:ext cx="3422904" cy="2286000"/>
          </a:xfrm>
          <a:prstGeom prst="roundRect">
            <a:avLst>
              <a:gd name="adj" fmla="val 3600"/>
            </a:avLst>
          </a:prstGeom>
          <a:solidFill>
            <a:srgbClr val="F4F2EE"/>
          </a:solidFill>
          <a:ln/>
        </p:spPr>
      </p:sp>
      <p:sp>
        <p:nvSpPr>
          <p:cNvPr id="15" name="Shape 11"/>
          <p:cNvSpPr/>
          <p:nvPr/>
        </p:nvSpPr>
        <p:spPr>
          <a:xfrm>
            <a:off x="8354568" y="3886200"/>
            <a:ext cx="457200" cy="457200"/>
          </a:xfrm>
          <a:prstGeom prst="ellipse">
            <a:avLst/>
          </a:prstGeom>
          <a:solidFill>
            <a:srgbClr val="16324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3440" y="40050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54568" y="4526280"/>
            <a:ext cx="2965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line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8354568" y="5029200"/>
            <a:ext cx="2965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checklist and provenance rules from the first workshop apply unchanged.</a:t>
            </a:r>
            <a:endParaRPr lang="en-US" sz="115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 Track B: The Reskin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1 · 13:30 – 15:00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gem set in the studio style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6+1 gem concepts from your Scenario style model (including Amethyst — the engineering track is adding it today); 3 variations each.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and clean up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consistency comes first: the 7 gems are one family. Upscaling, background cleanup, size normalization.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Sprite import settings (PPU, filter, atlas) exactly match the sample gems; any difference means a size explosion in game.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SpriteRenderer sprite swap on the gem prefabs — through the CLI, without touching scene YAML.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 Track B: The Reskin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2 · 15:15 – 16:45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Light, effects, approval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73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6367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light tuning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9019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and point light colors to match your new palette; gem readability is tested on the dark background.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5511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VFX alignment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8163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colors match the gem colors — through VFX Graph parameters, without breaking the graph.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021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5021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4655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In-game verification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7307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run of Level 1: does the new set read well, are the goal icons correct in the HUD?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16552"/>
            <a:ext cx="420624" cy="420624"/>
          </a:xfrm>
          <a:prstGeom prst="ellipse">
            <a:avLst/>
          </a:prstGeom>
          <a:solidFill>
            <a:srgbClr val="B08D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16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37997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approval package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645152"/>
            <a:ext cx="10149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+ provenance record + before/after screenshots — merged with the engineering track at the closing.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10908792" cy="530352"/>
          </a:xfrm>
          <a:prstGeom prst="roundRect">
            <a:avLst>
              <a:gd name="adj" fmla="val 13793"/>
            </a:avLst>
          </a:prstGeom>
          <a:solidFill>
            <a:srgbClr val="F1EA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897880"/>
            <a:ext cx="10451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plan: if Scenario access fails, the instructor has a pre-generated gem set — the rest of the flow is identical.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 Track B: The Reskin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8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NOTES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fine points of swapping sprites in this game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09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707" y="1833555"/>
            <a:ext cx="228234" cy="2282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664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PPU and pivot, exactly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956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sample gems' Pixels Per Unit and pivot values are the reference; any deviation breaks the board alignment.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852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07" y="297655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807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prefab, not the scene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099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 is made on the prefab; all three levels update at once. A one-off change inside a scene = maintenance debt.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995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707" y="41195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950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forget the UISprite field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242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Gem component's UISprite field feeds the HUD goal icons — swapping only the SpriteRenderer is not enough.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5138928"/>
            <a:ext cx="475488" cy="475488"/>
          </a:xfrm>
          <a:prstGeom prst="ellipse">
            <a:avLst/>
          </a:prstGeom>
          <a:solidFill>
            <a:srgbClr val="F1EAD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707" y="5262555"/>
            <a:ext cx="228234" cy="22823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509320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Provenance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5385816"/>
            <a:ext cx="1005840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A3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gem came from which model, with which prompt — the SOURCES record is kept with the same discipline as the first workshop.</a:t>
            </a:r>
            <a:endParaRPr lang="en-US" sz="12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6455664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Codeo · Panteon Games — Advanced Workshop Track B: The Reskin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2026-08-28T20:57:27Z</dcterms:created>
  <dcterms:modified xsi:type="dcterms:W3CDTF">2026-08-28T20:57:27Z</dcterms:modified>
</cp:coreProperties>
</file>