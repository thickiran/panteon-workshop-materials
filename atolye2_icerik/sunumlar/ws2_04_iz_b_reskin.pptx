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B · 13:30 – 16:45 · SANAT + TEKNİK SANAT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Hunter'ı Yeniden Giydirmek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atölyenin 2D hattı, gerçek bir oyunun üzerinde: üret » temizle » değiştir » aydınlat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 · İleri Atölye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 İz B: Yeniden Giydirme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BU OYUN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Hunter, Unity'nin 2D ışık ve VFX vitrinidir — reskin'iniz sadece sprite değil, sahne ışığıyla birlikte yaşar.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taş + UI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Değiştirilecek yüzey net: taş sprite'ları, HUD ikonları, arka plan.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Lights + VFX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Nokta ışıklar, normal map'ler, match efektleri — stüdyo stilinize göre ayarlanır.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 hattı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atölyedeki kontrol listesi ve provenance kuralları aynen geçerli.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 İz B: Yeniden Giydirme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AKIŞ 1 · 13:30 – 15:00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Stüdyo stilinde taş seti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stil modelinizden 6+1 taş konsepti (Amethyst dahil — mühendislik izi onu bugün ekliyor); 3'er varyasyon.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 ve temizle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tutarlılığı önce gelir: 7 taş tek ailedir. Upscale, arka plan temizliği, boyut normalizasyonu.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İçe aktar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Sprite import ayarları (PPU, filtre, atlas) örnek taşlarla birebir; fark, oyun içinde boyut patlaması demektir.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Değiştir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prefab'larında SpriteRenderer sprite değişimi — CLI üzerinden, sahne YAML'ına dokunmadan.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 İz B: Yeniden Giydirme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AKIŞ 2 · 15:15 – 16:45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Işık, efekt, onay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ışık ayarı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paletinize göre global ve nokta ışık renkleri; taşların okunabilirliği koyu zeminde test edilir.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VFX uyumu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Efekt renkleri taş renkleriyle eşleşir; VFX Graph parametreleri üzerinden, grafiği bozmadan.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Oyun içi doğrulama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1'de tam tur: yeni set okunuyor mu, hedef ikonları HUD'da doğru mu?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 paketi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listesi + kaynak kaydı + önce/sonra ekran görüntüleri — kapanışta mühendislik iziyle birleşiyor.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Yedek plan: Scenario erişimi aksarsa hazır üretilmiş taş seti eğitmende — akışın geri kalanı aynı.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 İz B: Yeniden Giydirme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TEKNİK NOTLAR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oyunda sprite değiştirmenin incelikleri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PPU ve pivot birebir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taşların Pixels Per Unit ve pivot değerleri referanstır; sapma board hizasını bozar.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Prefab'a, sahneye değil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Değişiklik prefab'da yapılır; üç seviye birden güncellenir. Sahne içi tekil değişiklik = bakım borcu.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UISprite alanını unutmayın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bileşeninin UISprite alanı HUD hedef ikonlarını besler — sadece SpriteRenderer değiştirmek yetmez.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Hangi taş hangi modelden, hangi prompt'la — SOURCES kaydı ilk atölyedeki disiplinle tutulur.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 İz B: Yeniden Giydirme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