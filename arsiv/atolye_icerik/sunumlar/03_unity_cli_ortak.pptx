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öncesi: Coin Rush projesinde Ex06_Start sahnesi açık, editör bağlı. Yedek: kayıtlı ekran videosu. Demo sonrası 5 dk soru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GÜNLÜK ATÖLYE · 11:00 – 12:30 · MODÜL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ve Pipeline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Terminalden otomasyon ve güvenli editör erişimi — herkes için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Ağustos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ÖNEMLİ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Temmuz 2026: Unity CLI, ajanların Unity ile çalışmasının resmî yolu oldu.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Resmî destek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Topluluk MCP sunucularının yerini Unity'nin kendi önerdiği araç aldı; sürüm uyumu ve destek garantisi var.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kurulum taşınır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MCP kurulumları, MCP uyumluluk modu üzerinden kademeli taşınır — bir gecede kırılma yok.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Live-ops hızı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kaydından doğrulanmış düzeltmeye giden süreyi kısaltmak, doğrudan operasyon hızıdır.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MİMARİ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katman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komutu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Bağımsız CLI: editör kurulumları, modüller, projeler ve kimlik doğrulama terminalden yönetilir. CI makinelerinde de aynı araç.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com.unity.pipeline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bir editör oturumunu betiklerle ve ajanlarla yönetir: sahne işlemleri, varlık içe aktarma, derleme tetikleme.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8928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Derleme beklemeden editör içinde canlı C# çalıştırır: sorgula, doğrula, küçük düzeltmeleri anında dene.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paketi henüz deneysel statüde — üretime geçiş kriterlerini bu oturumun sonunda tanımlıyoruz.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NASIL ÇALIŞIR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Ajan, editörü nasıl yönetir?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görevi alır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 metin hata kaydı veya iş tanımı; CLAUDE.md'deki standartlar ve sınırlar geçerli.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üzerinden bağlanır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editör oturumuna com.unity.pipeline ile erişir; proje durumunu sorgular.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ile doğrular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Hatayı yeniden üretir, hipotezini canlı C# ile test eder — derleme döngüsü beklemeden.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Düzeltmeyi uygular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değişikliği branch'te yapılır; editörde çalıştırılıp doğrulanır.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94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onayı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595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Sonuç, test çıktısıyla birlikte incelemeye sunulur. Birleştirme kararı insanındır.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DEMO · 30 DK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kaydından doğrulanmış düzeltmeye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Rush projesinde gerçek bir QA kaydı — BUG-201: bazı altınlar 2 puan veriyor, sayaç 9/8 gösterebiliyor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kaydı okuyor, sahneyi tarıyor, hipotez kuruyor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ile kanıt: altın prefab'ında iki tetikleyici collider — sayı 2, 1 olmalı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düzeltme + oyunla doğrulama: tam tur tam 8/8 bitiyor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 İz A'da bu döngüyü aynı projede kendiniz uygulayacaksınız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AKIŞ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status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BUG-201 raporunu incele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eval: collider sayısı → 2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kök neden kanıtlandı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düzeltme + tam tur: 8/8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branch: fix/BUG-201 hazır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GENİŞLETME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[CliCommand]: stüdyo araçlarını ajanlara açmak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araçlarınız komut olur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Panteon'un kendi editör araçları ve varlık üretim hatları, [CliCommand] özniteliğiyle işaretlenerek terminalden çağrılabilir hâle gelir.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doğrudan kullanır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Ajan, stüdyoya özgü işlemleri (varlık içe aktarma standardı, sahne doğrulama) sizin araçlarınızla yapar — yeniden icat etmez.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süreçlerine aynı kapı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komutlar gece build'lerinde ve otomatik kontrollerde kullanılır; tek bakım noktası.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EAD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A'da workshop_validate adında gerçek bir seviye doğrulayıcıyı siz yazacaksınız; gerçek stüdyo adaylarını da öğle arasında düşünün.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GÜVENLİK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yetkileri: sınırlar baştan çizilir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sınırları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Ajanlar yalnızca çalışma branch'lerine yazar; ana ve release branch'leri korumalıdır.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yetkisi sınırlı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C# çalıştırma yalnızca geliştirme ortamında ve tanımlı kapsamda; üretim verisine dokunamaz.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Servis hesabı kimlik doğrulaması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build'ler kişisel hesapla değil, kapsamı dar servis hesaplarıyla çalışır.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Denetim kaydı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ajan etkinliği JetBrains Central üzerinden tek denetim kaydında izlenir.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OLGUNLUK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Deneysel statüden üretime geçiş kriterleri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Eşik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paketi kararlılığı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hafta boyunca örnek projede kritik hata yok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Yetki politikası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ve eval sınırları yazılı, Central'da uygulanmış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 dönüş planı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uyumluluk modu ile eski akışa dönüş test edilmiş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Ekip yetkinliği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 mühendis lab döngüsünü en az bir kez tamamlamış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Ölçüm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Hata çözüm süresi metriği (T3) düzenli toplanıyor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tablo el kitabına girer; kriterler sağlanmadan gerçek projelerde zorunlu kılınmaz.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eğitmenle art arda iki iz: 13:30 mühendislik, 15:15 sanat — dileyen diğer izi izleyici olarak takip eder.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 — Coin Rush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alıştırmada Unity CLI ile uçtan uca bir mini oyun: koddan iOS build'ine. Lab kılavuzu dağıtılacak.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B — 2D/3D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stil modelleri, Tripo/Meshy/Rodin ve zorunlu temizlik aşaması. Lab kılavuzu dağıtılacak.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 — Kapanış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izin çıktıları tek uçtan uca akışta birleşiyor.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