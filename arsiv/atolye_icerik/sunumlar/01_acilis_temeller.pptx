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Sorular için kapanış oturumunu hatırlat; sabah programı sıkışık. 10:00'da Hızlı Tur destesine geç.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Destekli Oyun Geliştirme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Açılış — Temeller ve Sanat Onay Süreci (Modül 1)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PROGRAMI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günde sekiz modül — 5 · 6 · 7 ağırlıklı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Oturum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Açılış: Temeller ve Sanat Onay Süreci (Modül 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10:45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Hızlı Tur: Claude Code · JetBrains · Unity AI (Modül 2-3-4)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CLI ve Pipeline — canlı demo (Modül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15:00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A: Coin Rush — Unity CLI oyun laboratuvarı (Modül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Mühendislik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B: 2D Görsel ve 3D Model üretim hatları (Modül 6-7)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Sanat + Teknik Sanat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Kapanış: Uçtan uca akış ve 90 günlük plan (Modül 8)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 bildiriminiz doğrultusunda Modül 5, 6 ve 7 günün yaklaşık üçte ikisini oluşturuyor; diğer modüller özet olarak korunuyor.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KAVRAMSAL ÇERÇEVE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“Yapay zekâ” tek bir şey değil: dört araç grubu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Kodlama ajanları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Gemini CLI. Kod tabanında çok dosyalı iş yapar; terminalden çalışır. Bugün: Modül 2 ve 5.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 içi araçlar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Assistant, JetBrains AI. Projenin bağlamını tanır; editörden çıkmadan küçük ve tekrarlı işleri halleder. Bugün: Modül 3 ve 4.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336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/ model üretimi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Midjourney, Tripo, Meshy. 2D ve 3D içerik üretir; sanat onayından geçmeden oyuna girmez. Bugün: Modül 6 ve 7.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336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içinde çalışan modeller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Inference Engine. Cihaz üstü kişiselleştirme, dinamik zorluk. Üretim aracı değil, oyun özelliği.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grubun riski, maliyeti ve onay süreci farklıdır — bu yüzden tek bir “AI politikası” yerine grup bazlı kurallar yazıyoruz.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İLKE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“Üretimi araçlar yapar, son kararı insanlar verir.”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onay noktası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her görsel ve model, sanat yönetmeninin resmî onay noktasından geçer.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incelemesi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kaynaklı hiçbir değişiklik incelenmeden ana branch'e birleşmez.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kaydı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üretilen içerik için hangi araç, hangi model, hangi prompt — kayıt altında (provenance).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ONAY SÜRECİ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noktası resmî bir süreç hâline geliyor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onaylı araçlarla, stüdyo stil modelleri ve prompt kütüphaneleri kullanılarak üretilir.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kaydı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Araç, model sürümü ve prompt bilgisi içerik kaynağı (provenance) kaydına işlenir.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uyumu, telif benzerliği taraması ve teknik şartlar kontrol listesinden geçirilir.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yönetmeni kararı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ya da gerekçeli ret; ret nedenleri prompt kütüphanesini ve stil modellerini besler.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akışın kontrol listesi v1'i öğleden sonra İz B'de birlikte dolduruluyor.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HUKUKİ ÇERÇEVE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Telif ve mağaza politikaları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lisansları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aracın ticari kullanım koşulu farklı; hangi araç hangi amaçla kullanılabilir, kullanım politikasında açıkça listelenir.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 Google politikaları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Mağazaların üretilmiş içerik ve fikrî mülkiyet kuralları takip edilir; riskli içerik onay noktasında elenir.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Telif benzerliği taraması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görseller, bilinen eserlere ve rakip oyun varlıklarına benzerlik açısından kontrol edilir.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kaynak takibi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varlık sorgulandığında hangi araçla, hangi girdiyle üretildiği dakikalar içinde gösterilebilmelidir.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kaydediyoruz, 90 gün sonra karşılaştırıyoruz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 geliştirme süresi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Fikirden birleştirilmiş koda geçen ortalama süre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üretim süresi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Talepten onaylı varlığa geçen ortalama süre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çözüm süresi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Kayıttan doğrulanmış düzeltmeye geçen süre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ret oranı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içerikte ilk seferde onay alamama oranı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 metrik şablonu şimdi dağıtılıyor — gün sonunda ekip sorumluları mevcut değerleri dolduracak.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Bugünden beklentimiz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Mühendislik: Coin Rush mini oyununu Claude Code ve Unity CLI ile uçtan uca inşa edip iOS build'ine kadar götürmüş olacaksınız.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Sanat: 2D ve 3D üretim hattını kendi elinizle çalıştırıp bir varlığı Unity'ye kadar taşımış olacaksınız.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Hepimiz: 90 günlük yaygınlaştırma planının ilk adımlarını birlikte netleştireceğiz.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