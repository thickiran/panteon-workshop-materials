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bozulursa: ekran kayıtlı yedek video hazır. Süre 10 dk'yı aşmasın; ayrıntı İz A'ya kalıyor.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10:00 – 10:45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 Tur: Claude Code, JetBrains ve Unity AI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2 · 3 · 4 — üç katmanın 45 dakikada haritası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Hızlı Tur: Modül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2 · CLAUDE CODE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tabanlı geliştirmeyi kontrollü kullanmak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Panteon'un Unity standartlarını ve dokunulmaması gereken alanları tanımlar; ajanın her oturumda okuduğu sözleşmedir.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modu ve izin yönetimi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değişikliklerde önce plan onaylanır; izinler ekip politikasıyla sınırlanır. Kontrolsüz kullanım = kontrolsüz maliyet.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ajanlar ve özel beceriler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Tekrarlayan işler (test yazımı, sahne kontrolü) beceri olarak paketlenir; herkes aynı kaliteyi alır.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Eski kod tabanında güvenli düzenleme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 dosyalı değişiklikler branch + inceleme akışıyla; ajan asla doğrudan ana branch'e yazmaz.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Hızlı Tur: Modül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2 · MALİYET KONTROLÜ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Gemini görev dağılımı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325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İş türü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Uygulama ve kod yazımı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Çok dosyalı düzenleme ve ajan akışlarında en güçlü araç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Geniş bağlamlı kod tabanı soruları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Büyük bağlam penceresi; tüm kod tabanını tek soruda tarar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Ekran görüntüsünden hata kaydı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Görsel girdi işleme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Oynanış videosu analizi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girdi işleme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editör otomasyonu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 + Unity CLI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Bugünün ana konusu — Modül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Kural: aynı iş iki araçta tekrarlanmaz. Görev dağılım tablosu el kitabına girecek.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Hızlı Tur: Modül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3 · JETBRAİNS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Geliştirici katmanı: Rider ve Claude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 tanıyan tamamlama ve test üretimi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proje bağlamını tanır; birim testi üretimi ve hata ayıklama önerileri IDE içinde kalır.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IDE'lerinde yerleşik Claude Agent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IDE'den çıkmadan ajan gücü; küçük kapsamlı işler için terminale geçmeye gerek yok.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içi mi, terminal mi?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dosya / hızlı düzeltme → IDE. Çok dosyalı, planlı iş → Claude Code. Bu ayrım el kitabında netleşecek.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Hızlı Tur: Modül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3 · JETBRAİNS CENTRAL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Kurumsal yönetim katmanı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Erişim ve politika yönetimi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Birden fazla sağlayıcı kullanan stüdyoda kim hangi modele erişir, hangi ajan politikaları geçerli — tek yerden.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Harcama limitleri ve maliyet takibi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 bazlı kullanım analitiği; limit aşımında uyarı. Özellik başına araç maliyeti buradan raporlanır.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Denetim kayıtları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kaynaklı commit'ler denetim kaydında izlenir; kapanış modülündeki ölçümün veri kaynağıdır.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CLI: tek çatı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 ve Gemini CLI kullanımı tek yönetim çatısı altında toplanır.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Hızlı Tur: Modül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4 · UNİTY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Editörün içinde üç bileşen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/ask — dokümantasyon ve proje soruları · /run — toplu yeniden adlandırma gibi tekrarlı editör işleri · /code — Unity API'sine uygun C# üretimi.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Editör içinde sprite, doku, materyal, ses, animasyon. Unity modellerinin yanında Scenario gibi iş ortağı modelleri de seçilebilir.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Engine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Makine öğrenmesi modellerini editörde veya cihaz üstünde çalıştırır: kişiselleştirme, dinamik zorluk.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Gizlilik ve veri paylaşım ayarları, Modül 1'de tanımlanan kullanım politikasıyla uyumlu yapılandırılır.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Hızlı Tur: Modül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DEMO · 10 DK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ve Generators iş başında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göreceksiniz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/ask ile proje hakkında soru: “Bu sahnede hangi prefab'lar eksik referans içeriyor?”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/run ile toplu işlem: seçili varlıkların adlandırma standardına göre yeniden adlandırılması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Generators ile geçici (placeholder) sprite üretimi ve projeye ekleme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işin nerede bitmesi gerektiği: kapsam büyüyünce iş Claude Code'a devredilir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AKIŞI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Örnek proje: sahne aç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/ask → eksik referans raporu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/run → toplu yeniden adlandır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Generators → placeholder sprite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Sınır: çok dosyalı iş → Claude Code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Hızlı Tur: Modül 2 · 3 · 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KÖPRÜ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Editör içi araçlar küçük işleri çözer; asıl dönüşüm ajanın editörü yönetmesinde.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— Modül 5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ve Pipeline: Claude Code çalışan editöre bağlanıyor. Herkes için.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 İz A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Mühendislik, Coin Rush mini oyununu 9 alıştırmada uçtan uca inşa edecek.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 İz B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 ekibi 2D ve 3D üretim hattını kuracak.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Hızlı Tur: Modül 2 · 3 · 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