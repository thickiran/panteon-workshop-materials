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demo breaks: a pre-recorded backup video is ready. Keep it under 10 minutes; the details belong to Track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10:00 – 10:45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Tour: Claude Code, JetBrains and Unity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2 · 3 · 4 — a 45-minute map of the three layers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CLAUDE CODE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agent-based development under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Panteon's Unity standards and the areas that must not be touched; the contract the agent reads every session.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and permission management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changes get a plan approved first; permissions are bounded by team policy. Uncontrolled use = uncontrolled cost.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and custom skills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jobs (test writing, scene checks) are packaged as skills; everyone gets the same quality.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editing in a legacy codebase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changes go through a branch + review flow; the agent never writes directly to the main branch.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COST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Gemini task split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325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and code writing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Strongest tool for multi-file editing and agent workflows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Codebase questions needing wide context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context window; scans the whole codebase in one query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reports from screenshots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input processing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Gameplay video analysis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input processing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editor automation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+ Unity CLI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Today's main topic — Module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the same job is never duplicated across two tools. The task-split table goes into the playbook.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JETBRAINS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layer: Rider and Claude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completion and test generation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knows the project context; unit-test generation and debugging suggestions stay inside the IDE.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built into JetBrains IDEs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power without leaving the IDE; no need to switch to the terminal for small-scope work.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IDE, or in the terminal?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file / quick fix → IDE. Multi-file, planned work → Claude Code. This split gets pinned down in the playbook.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JETBRAINS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management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policy management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studio using multiple providers: who gets which model, which agent policies apply — from one place.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limits and cost tracking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Per-team usage analytics; alerts when limits are exceeded. Tool cost per feature is reported from here.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Agent-authored commits are tracked in the audit log; it is the data source for the measurement in the closing module.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CLI: one roof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 and Gemini CLI usage is gathered under a single management roof.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UNITY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components inside the editor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/ask — documentation and project questions · /run — repetitive editor jobs like bulk renaming · /code — C# generation aligned with the Unity API.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Sprites, textures, materials, audio, animation inside the editor. Partner models such as Scenario can be selected alongside Unity's models.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machine-learning models in the editor or on device: personalization, dynamic difficulty.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data-sharing settings are configured in line with the usage policy defined in Module 1.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10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and Generators at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see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/ask with a project question: “Which prefabs in this scene have missing references?”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/run for a bulk operation: renaming the selected assets to the naming standard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 placeholder sprite with Generators and adding it to the project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same job should stop: as scope grows, the work is handed over to Claude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Sample project: open the scene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/ask → missing-reference report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/run → bulk rename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Generators → placeholder sprite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The boundary: multi-file work → Claude Code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In-editor tools solve the small jobs; the real transformation is the agent driving the editor.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— Module 5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and Pipeline: Claude Code connects to the running editor. For everyone.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Afternoon, Track 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builds the Coin Rush mini game end to end in 9 exercises.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Afternoon, Track B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team sets up the 2D and 3D production pipeline.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Quick Tour: Modules 2 · 3 · 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