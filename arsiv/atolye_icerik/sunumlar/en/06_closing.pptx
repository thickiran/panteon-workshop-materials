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16:45 – 17:30 · MODULE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Flow and the 90-Day Plan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outputs of both tracks meet in one flow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TELL · 15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first: let's look at what you built today.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shows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end to end: the BUG-201 root-cause proof, the workshop_validate command and the iOS build report.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shows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3D asset produced from an approved 2D concept, cleaned up, standing in a Unity scene.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thread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outputs passed human approval and carry a complete provenance record.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flow: how a feature 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— Claude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of a feature or live-ops event is written with Claude.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— Claude Code + Unity CLI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editor automation; the flow you ran in Track A today.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In-editor touch-ups — Unity Assistant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edits without leaving the editor; placeholder art from Generators.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art — the 2D/3D playbooks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pipelines you set up in Track B today; art approval is mandatory.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Approval, review,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after art approval + code review; all agent activity in the Central audit log.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most common mistakes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Delegating too much to the agent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the agent never planned and no human reviewed piles up; quality drops silently. The rule: plan mode + review.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code merging unreviewed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pressure sidesteps review. Branch protections and the Central audit log are the insurance.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drift in generated art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 shift the style silently. Versioning + feeding rejection reasons back is essential.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Unmaintained prompt libraries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ownerless library rots; everyone falls back to their own prompts. Every library gets an owner.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recorded the baseline this morning — in 90 days we look at these four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merged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production time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approved asset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rejection rate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approval on the first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cost per feature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Central cost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dashboard spec is delivered with the playbook; data feeds in from Central and the project management tools.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90-day plan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679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1–2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champion per team is named; CLAUDE.md and permission policies are adapted to real projects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champions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3–4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first real feature ships through the end-to-end flow; weekly office hours begin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 + Codeo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2D/3D playbooks reach v1; style models and prompt libraries get owners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 champion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are compared against the baseline; the tool lineup is re-evaluated (repeated quarterly)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champions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two weeks — concrete to-dos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champions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name each for engineering, art and production; the first office hour goes on the calendar.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in the baseline metrics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template distributed today is returned to Codeo, filled in, within one week.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production-readiness criteria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Unity CLI criteria table is satisfied, the flow becomes mandatory on real projects.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v1 draft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outputs (task split, checklists, budget table) merge into a single playbook within two weeks.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follow-up: the Codeo team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materials (presentations, lab guides, templates) will be shared today.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Closing: End-to-End Flow and Rollout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