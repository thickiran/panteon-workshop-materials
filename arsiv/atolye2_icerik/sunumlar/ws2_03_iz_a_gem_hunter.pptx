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A · 13:30 – 16:45 · MÜHENDİSLİK + DEVOPS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 Laboratuvarı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alıştırma: anla » genişlet » hata avla » yayınla — yabancı kodda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İleri Atölye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 İz A: Gem Hunter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HARİTA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alıştırma, yaşayan bir oyun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3291840"/>
                <a:gridCol w="4873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Alıştırma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yapıyorsunuz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Öğretilen beceri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ARCHITECTURE.md çıkar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 arkeolojisi; ajan iddialarını doğrulama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Gerçek CLAUDE.md'yi yaz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Keşfi kurala çevirmek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2'yi zorlaştır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 odaklı değişiklik; canlı board'da eval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ComboCounter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Kombo sayacı ekle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Mevcut hook'ları bulup kullanmak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NewGem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taş: Amethyst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Başkasının sistemini doğru genişletmek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BugHunt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BUG-312'yi çöz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Yabancı kodda kök neden kanıtı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LevelLint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level_lint komutu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İçerik hattına stüdyo aracı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CrossBomb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FEAT-88, şablonsuz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Ticket'tan kanıtlı özelliğe, yalnız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Terminalden iOS 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preprocessor'ı okumak; CI yolu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Ritim aynı: 5 dk gösterim + 5–10 dk uygulama + terminalden doğrulama. Detaylar Workshop/Ex0N_*.md dosyalarında (İngilizce).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 İz A: Gem Hunter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SONRASI OYUNUNUZ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Yedinci taş boardda: Amethyst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 inci — GemType 6 — Level 1'in taş karışımına CLI üzerinden kaydedildi; tek satır C# değişmedi.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sonraki alıştırmanın sahnesi aynı zamanda BUG-312'yi taşıyor: sayaç, geri dönen takasta da düşüyor.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 aynı komutla: eval 'Match3.LevelData.Instance.RemainingMove'.</a:t>
            </a:r>
            <a:endParaRPr lang="en-US" sz="1300" dirty="0"/>
          </a:p>
        </p:txBody>
      </p:sp>
      <p:pic>
        <p:nvPicPr>
          <p:cNvPr id="5" name="Image 0" descr="/private/tmp/claude-501/-Users-tolgayhickiran-PanteonAI/67bd7479-34bf-42f9-b81d-2e68aa741421/scratchpad/ghm_amethy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83080"/>
            <a:ext cx="5623560" cy="3163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504748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ex06-start checkpoint'i: mor Amethyst'ler boardda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 İz A: Gem Hunter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 1 · 13:45 – 14:45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– Ex04: anla ve ilk dokunuş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— Recon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mimariyi ARCHITECTURE.md'ye çıkarır; iki iddiayı kaynaktan siz doğrularsınız. Yanlış atıf = düzelttirme.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Ex02 — Contract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 CLAUDE.md gerçek sözleşmeye dönüşür. Test: taze ajan oturumuna 'neye dokunamazsın?' diye sorun.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Ex03 — LevelData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2: MaxMove 20→16, sandık hedefi 6→11 — sahne verisinde, CLI ile, elle YAML açmadan.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Ex04 — ComboCounter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LevelData'nın mevcut delegate'lerine abone olan ComboTracker: yeni tesisat icat etmeyen plan makbul plandır.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 İz A: Gem Hunter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 2 · 14:45 – 16:30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– Ex09: genişlet, avla, yayınla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— Amethyst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Prefab kopyala, GemType 6, mor tint, Level 1 karışımına ekle. Sıfır C# değişikliği hedefin kendisi.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688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Ex06 — BUG-312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34056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Sabahki demo, sizin klavyenizde. Semptom yaması planı REDDEDİLİR; eval kanıtı 20→19'u, düzeltme 20→20'yi gösterir.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0098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Ex07 — level_lint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66160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 sahneyi denetleyen CLI komutu; sabotaj testiyle kırmızıya düşürüp geri alırsınız.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13308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Ex08 — FEAT-88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98264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Şablonsuz ticket: Cross Bomb, satır+sütun temizler. SmallBomb deseni yol gösterir; kanıt: 13+1 taş tek match'te.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01768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651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Ex09 — iOS build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230368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command build + build_status; LevelList'in build preprocessor'ının sahne listesini nasıl doldurduğunu kaynaktan okursunuz.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 – 15:15 ara. Geride kalan: ./catchup.sh exNN — tek komut, tam senkron.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 İz A: Gem Hunter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KURALLAR VE ÇIKTI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 boyu geçerli — ve kapanışa taşınacaklar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Sözleşme sizin sözleşmeniz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Ex02'de yazdığınız CLAUDE.md günün geri kalanında ajanınızı yönetir — sınır aşan planı reddedin.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Kanıtsız iş bitmez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alıştırmanın Verify bölümü terminalden çalışır; eval çıktısı olmayan 'bitti' bitti değildir.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Çözüm = sonraki dal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Takılınca: README → git diff exNN..exNN+1 → eğitmen. Kaçırınca: ./catchup.sh.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Kapanışa çıktı (16:40)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BUG-312 kanıt çifti + level_lint komutunuz + Cross Bomb videosu/gösterimi + build raporu. T1/T3 gözlemleri metrik tablosuna.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 İz A: Gem Hunter Laboratuvarı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