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İLERİ ATÖLYE · 16:45 – 17:30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Birleşik Oyun ve Sonraki Adımlar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izin işi tek build'de buluşuyor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İleri Atölye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Kapanış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GÖSTERİM · 20 DK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 kimsenin yazmadığı oyun, akşam ikinize de ait.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gösterir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BUG-312 kanıt çifti, level_lint, Cross Bomb ve build raporu.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gösterir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Stüdyo stiliyle giydirilmiş Gem Hunter: yeni taş seti, ışık, VFX — önce/sonra.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Birleşik build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Reskin + yeni özellikler tek branch'te birleşir, iOS build'i terminalden alınır.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Kapanış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DİKKAT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Yabancı kodda ajanın dört tuzağı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Kendinden emin yanlış atıf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olmayan dosyayı 'gördüm' diyebilir. Kural: her iddia yol gösterir, kritik iddiayı insan doğrular.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4496" y="169164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6483096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9280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tesisat icadı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83096" y="253288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hook varken event sistemi kurmaya kalkar. Plan incelemesinde ilk soru: 'var olanı mı kullanıyorsun?'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5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Semptom yaması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Kök neden yerine sınır/bayrak/bekleme ekler. Kanıt zorunluluğu bunu plan aşamasında yakalar.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4496" y="4137660"/>
            <a:ext cx="5294376" cy="2125980"/>
          </a:xfrm>
          <a:prstGeom prst="roundRect">
            <a:avLst>
              <a:gd name="adj" fmla="val 3871"/>
            </a:avLst>
          </a:prstGeom>
          <a:solidFill>
            <a:srgbClr val="F4F2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83096" y="436626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4851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4338828"/>
            <a:ext cx="4288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Sözleşmesiz oturum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83096" y="4978908"/>
            <a:ext cx="4837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CLAUDE.md'siz her yeni oturum kuralları yeniden keşfeder — pahalı ve tutarsız. Sözleşme repo'da yaşar.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Kapanış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SONRAKİ 90 GÜN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atölyeden çıkan somut adımlar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disiplini takımda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catchup.sh modeli gerçek projelere: feature branch + her PR'da kanıt bölümü.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level_lint'ten üretim lint'ine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komutun gerçek karşılığı: kendi oyunlarınızın içerik doğrulayıcıları CI'da.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repoya sözleşme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Aktif projelere ARCHITECTURE.md + CLAUDE.md çifti; sahiplik ekip sorumlularında.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devamlılığı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T1–T3 ve ret oranı üç ayda bir; bir sonraki değerlendirmenin tarihi bugün takvime girer.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Kapanış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materyaller bugün paylaşılıyor: proje repo'su (checkpoint'lerle), sunumlar, laboratuvar kılavuzları.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 ve devam görüşmesi: Codeo ekibi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İleri Atölye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İleri Atölye: Kapanış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