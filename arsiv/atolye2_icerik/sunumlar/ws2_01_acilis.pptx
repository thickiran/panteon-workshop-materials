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İLERİ ATÖLYE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Kod Tabanında Yapay Zekâ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 atölye — bu kez sıfırdan değil, yaşayan bir oyunun içinde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NEREDEN GELDİK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atölyenin 90 günü: metriklere birlikte bakalım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Geliştirme süresi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atölyede kaydedilen başlangıca göre değişim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Görsel üretim süresi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Talepten onaylı varlığa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çözüm süresi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Kayıttan doğrulanmış düzeltmeye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ret oranı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seferde onay alamama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Değerler oturum başında ekip sorumlularının getirdiği tablodan doldurulur — bu slayt canlı tartışma içindir.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BUGÜNÜN FARKI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Rush'ı sıfırdan yazdınız. Bugün, sizin yazmadığınız 4.800 satırın içinde çalışacaksınız.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Keşif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Ajana yabancı bir kod tabanını haritalatmak — ve iddialarını doğrulamak.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Müdahale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Başkasının sistemini bozmadan genişletmek: veri, özellik, içerik.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 değişmedi: kök neden kanıtlanmadan düzeltme yok, kanıtsız iş bitmez.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BUGÜNÜN OYUNU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Match — Unity'nin resmî match-3 örneği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üretim kalitesinde bir dilim: board mantığı, booster'lar, mağaza, 3 seviye, 2D ışık ve VFX vitrini.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~4.800 satır C#, 34 script — kavranabilir ama gerçek. Panteon'un günlük işine en yakın ölçek.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Store'dan hesabınıza lisanslı; kaynak kaydı ve provenance ilk atölyedeki gibi tam.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Mühendislik izi oyunu genişletip hata avlayacak; sanat izi aynı oyunu stüdyo stiliyle yeniden giydirecek.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Atölye projesinde, CLI'dan bağlı editörde koşarken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Açılış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PROGRAMI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 atölye — tek gün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Oturum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Açılış: 90 gün değerlendirmesi + Gem Hunter tanışma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10:45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Yabancı kod tabanında ajan: teknikler + git checkpoint'leri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Canlı demo: BUG-312 — keşiften kanıtlı düzeltmeye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A: Gem Hunter mühendislik laboratuvarı (9 alıştırma)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Mühendislik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İz B: Gem Hunter'ı stüdyo stiliyle yeniden giydirme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Sanat + Teknik Sanat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Kapanış: birleşik oyun, metrikler, sonraki adımlar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Tüm ekipler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Açılış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